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21344945f04f75" /><Relationship Type="http://schemas.openxmlformats.org/officeDocument/2006/relationships/extended-properties" Target="/docProps/app.xml" Id="Rd12f53a553be4e87" /><Relationship Type="http://schemas.openxmlformats.org/officeDocument/2006/relationships/officeDocument" Target="/ppt/presentation.xml" Id="R47877a2298ef4b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ad8688014c44a4"/>
  </p:sldMasterIdLst>
  <p:notesMasterIdLst>
    <p:notesMasterId xmlns:r="http://schemas.openxmlformats.org/officeDocument/2006/relationships" r:id="Rfcc0756b97904250"/>
  </p:notesMasterIdLst>
  <p:sldIdLst>
    <p:sldId xmlns:r="http://schemas.openxmlformats.org/officeDocument/2006/relationships" id="256" r:id="Re9f99bcf681f40e3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c3ac62f4944d67" /><Relationship Type="http://schemas.openxmlformats.org/officeDocument/2006/relationships/slideMaster" Target="/ppt/slideMasters/slideMaster1.xml" Id="R00ad8688014c44a4" /><Relationship Type="http://schemas.openxmlformats.org/officeDocument/2006/relationships/notesMaster" Target="/ppt/notesMasters/notesMaster1.xml" Id="Rfcc0756b97904250" /><Relationship Type="http://schemas.openxmlformats.org/officeDocument/2006/relationships/presProps" Target="/ppt/presProps.xml" Id="Rf0b778d80145448b" /><Relationship Type="http://schemas.openxmlformats.org/officeDocument/2006/relationships/tableStyles" Target="/ppt/tableStyles.xml" Id="R917b7553dadb4184" /><Relationship Type="http://schemas.openxmlformats.org/officeDocument/2006/relationships/slide" Target="/ppt/slides/slide1.xml" Id="Re9f99bcf681f40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0dfad906c549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524c21c154c16" /><Relationship Type="http://schemas.openxmlformats.org/officeDocument/2006/relationships/notesMaster" Target="/ppt/notesMasters/notesMaster1.xml" Id="Rd45851b5451f41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a488fda6f4d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90f0f456b74eb4" /><Relationship Type="http://schemas.openxmlformats.org/officeDocument/2006/relationships/slideLayout" Target="/ppt/slideLayouts/slideLayout1.xml" Id="R613df7c1e6f84f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3df7c1e6f84f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14748bf9c4568" /><Relationship Type="http://schemas.openxmlformats.org/officeDocument/2006/relationships/notesSlide" Target="/ppt/notesSlides/notesSlide1.xml" Id="R24d57285cc1d42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A47A15B-B600-4628-8F0C-D7B3A83B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480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0">
            <a:solidFill>
              <a:srgbClr val="F2532F"/>
            </a:solidFill>
            <a:prstDash val="solid"/>
          </a:ln>
        </p:spPr>
      </p:sp>
      <p:sp>
        <p:nvSpPr>
          <p:cNvPr id="2" name="layer-client-card">
            <a:extLst xmlns:a="http://schemas.openxmlformats.org/drawingml/2006/main">
              <a:ext uri="{FF2B5EF4-FFF2-40B4-BE49-F238E27FC236}">
                <a16:creationId xmlns:a16="http://schemas.microsoft.com/office/drawing/2014/main" id="{1EF7A587-0F99-47E4-ABD9-288ED42B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62100"/>
            <a:ext cx="1524000" cy="7715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D2CBC1"/>
            </a:solidFill>
            <a:prstDash val="solid"/>
          </a:ln>
        </p:spPr>
      </p:sp>
      <p:sp>
        <p:nvSpPr>
          <p:cNvPr id="3" name="layer-client-text">
            <a:extLst xmlns:a="http://schemas.openxmlformats.org/drawingml/2006/main">
              <a:ext uri="{FF2B5EF4-FFF2-40B4-BE49-F238E27FC236}">
                <a16:creationId xmlns:a16="http://schemas.microsoft.com/office/drawing/2014/main" id="{2EDED07B-72FC-4D1C-9230-3E60DC84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09725"/>
            <a:ext cx="1371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96" b="1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496" b="1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客户端层</a:t>
            </a:r>
          </a:p>
        </p:txBody>
      </p:sp>
      <p:sp>
        <p:nvSpPr>
          <p:cNvPr id="4" name="band-client">
            <a:extLst xmlns:a="http://schemas.openxmlformats.org/drawingml/2006/main">
              <a:ext uri="{FF2B5EF4-FFF2-40B4-BE49-F238E27FC236}">
                <a16:creationId xmlns:a16="http://schemas.microsoft.com/office/drawing/2014/main" id="{FD913796-562A-4818-8035-F1BFEF80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62100"/>
            <a:ext cx="13458825" cy="7715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5" name="layer-access-card">
            <a:extLst xmlns:a="http://schemas.openxmlformats.org/drawingml/2006/main">
              <a:ext uri="{FF2B5EF4-FFF2-40B4-BE49-F238E27FC236}">
                <a16:creationId xmlns:a16="http://schemas.microsoft.com/office/drawing/2014/main" id="{BE614384-A24A-4191-A9A6-AF4295A1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14600"/>
            <a:ext cx="1524000" cy="695325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D2CBC1"/>
            </a:solidFill>
            <a:prstDash val="solid"/>
          </a:ln>
        </p:spPr>
      </p:sp>
      <p:sp>
        <p:nvSpPr>
          <p:cNvPr id="6" name="layer-access-text">
            <a:extLst xmlns:a="http://schemas.openxmlformats.org/drawingml/2006/main">
              <a:ext uri="{FF2B5EF4-FFF2-40B4-BE49-F238E27FC236}">
                <a16:creationId xmlns:a16="http://schemas.microsoft.com/office/drawing/2014/main" id="{FCEA6896-9838-401C-A4F3-A1E8E3B4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62225"/>
            <a:ext cx="1371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96" b="1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496" b="1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统一接入层</a:t>
            </a:r>
          </a:p>
        </p:txBody>
      </p:sp>
      <p:sp>
        <p:nvSpPr>
          <p:cNvPr id="7" name="band-access">
            <a:extLst xmlns:a="http://schemas.openxmlformats.org/drawingml/2006/main">
              <a:ext uri="{FF2B5EF4-FFF2-40B4-BE49-F238E27FC236}">
                <a16:creationId xmlns:a16="http://schemas.microsoft.com/office/drawing/2014/main" id="{07C810BA-BB09-47ED-A600-7D3E8B16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14600"/>
            <a:ext cx="13458825" cy="695325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8" name="layer-business-card">
            <a:extLst xmlns:a="http://schemas.openxmlformats.org/drawingml/2006/main">
              <a:ext uri="{FF2B5EF4-FFF2-40B4-BE49-F238E27FC236}">
                <a16:creationId xmlns:a16="http://schemas.microsoft.com/office/drawing/2014/main" id="{CB0F6C43-C11A-4CC2-A3A4-71317292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19475"/>
            <a:ext cx="1524000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D2CBC1"/>
            </a:solidFill>
            <a:prstDash val="solid"/>
          </a:ln>
        </p:spPr>
      </p:sp>
      <p:sp>
        <p:nvSpPr>
          <p:cNvPr id="9" name="layer-business-text">
            <a:extLst xmlns:a="http://schemas.openxmlformats.org/drawingml/2006/main">
              <a:ext uri="{FF2B5EF4-FFF2-40B4-BE49-F238E27FC236}">
                <a16:creationId xmlns:a16="http://schemas.microsoft.com/office/drawing/2014/main" id="{345A58F3-FEC9-419F-89A3-822D1324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67100"/>
            <a:ext cx="13716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96" b="1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496" b="1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业务服务层</a:t>
            </a:r>
          </a:p>
        </p:txBody>
      </p:sp>
      <p:sp>
        <p:nvSpPr>
          <p:cNvPr id="10" name="band-business">
            <a:extLst xmlns:a="http://schemas.openxmlformats.org/drawingml/2006/main">
              <a:ext uri="{FF2B5EF4-FFF2-40B4-BE49-F238E27FC236}">
                <a16:creationId xmlns:a16="http://schemas.microsoft.com/office/drawing/2014/main" id="{8AB8E00C-0C3D-4110-8F33-2EF43B4E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19475"/>
            <a:ext cx="13458825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1" name="layer-ai-card">
            <a:extLst xmlns:a="http://schemas.openxmlformats.org/drawingml/2006/main">
              <a:ext uri="{FF2B5EF4-FFF2-40B4-BE49-F238E27FC236}">
                <a16:creationId xmlns:a16="http://schemas.microsoft.com/office/drawing/2014/main" id="{CEC7CD31-5511-484F-8444-4E1DD51B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48175"/>
            <a:ext cx="1524000" cy="9715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2A88F"/>
            </a:solidFill>
            <a:prstDash val="solid"/>
          </a:ln>
        </p:spPr>
      </p:sp>
      <p:sp>
        <p:nvSpPr>
          <p:cNvPr id="12" name="layer-ai-text">
            <a:extLst xmlns:a="http://schemas.openxmlformats.org/drawingml/2006/main">
              <a:ext uri="{FF2B5EF4-FFF2-40B4-BE49-F238E27FC236}">
                <a16:creationId xmlns:a16="http://schemas.microsoft.com/office/drawing/2014/main" id="{74F0C130-DD69-4B3C-A432-BF9600FA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1371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96" b="1">
                <a:solidFill>
                  <a:srgbClr val="F2532F"/>
                </a:solidFill>
                <a:latin typeface="PingFang SC"/>
                <a:ea typeface="PingFang SC"/>
                <a:cs typeface="PingFang SC"/>
              </a:defRPr>
            </a:pPr>
            <a:r>
              <a:rPr sz="1496" b="1">
                <a:solidFill>
                  <a:srgbClr val="F2532F"/>
                </a:solidFill>
                <a:latin typeface="PingFang SC"/>
                <a:ea typeface="PingFang SC"/>
                <a:cs typeface="PingFang SC"/>
              </a:rPr>
              <a:t>AI 编排与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96" b="1">
                <a:solidFill>
                  <a:srgbClr val="F2532F"/>
                </a:solidFill>
                <a:latin typeface="PingFang SC"/>
                <a:ea typeface="PingFang SC"/>
                <a:cs typeface="PingFang SC"/>
              </a:defRPr>
            </a:pPr>
            <a:r>
              <a:rPr sz="1496" b="1">
                <a:solidFill>
                  <a:srgbClr val="F2532F"/>
                </a:solidFill>
                <a:latin typeface="PingFang SC"/>
                <a:ea typeface="PingFang SC"/>
                <a:cs typeface="PingFang SC"/>
              </a:rPr>
              <a:t>适配层</a:t>
            </a:r>
          </a:p>
        </p:txBody>
      </p:sp>
      <p:sp>
        <p:nvSpPr>
          <p:cNvPr id="13" name="band-ai">
            <a:extLst xmlns:a="http://schemas.openxmlformats.org/drawingml/2006/main">
              <a:ext uri="{FF2B5EF4-FFF2-40B4-BE49-F238E27FC236}">
                <a16:creationId xmlns:a16="http://schemas.microsoft.com/office/drawing/2014/main" id="{41ED1E16-9387-45FE-BC0A-6C0226A1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8175"/>
            <a:ext cx="13458825" cy="9715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4" name="layer-model-card">
            <a:extLst xmlns:a="http://schemas.openxmlformats.org/drawingml/2006/main">
              <a:ext uri="{FF2B5EF4-FFF2-40B4-BE49-F238E27FC236}">
                <a16:creationId xmlns:a16="http://schemas.microsoft.com/office/drawing/2014/main" id="{390906FD-51D7-4A48-AFAA-DC116E4E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638800"/>
            <a:ext cx="1524000" cy="65722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7FB9B7"/>
            </a:solidFill>
            <a:prstDash val="solid"/>
          </a:ln>
        </p:spPr>
      </p:sp>
      <p:sp>
        <p:nvSpPr>
          <p:cNvPr id="15" name="layer-model-text">
            <a:extLst xmlns:a="http://schemas.openxmlformats.org/drawingml/2006/main">
              <a:ext uri="{FF2B5EF4-FFF2-40B4-BE49-F238E27FC236}">
                <a16:creationId xmlns:a16="http://schemas.microsoft.com/office/drawing/2014/main" id="{D2F4D971-4009-4459-8115-256FBF2E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86425"/>
            <a:ext cx="1371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96" b="1">
                <a:solidFill>
                  <a:srgbClr val="168D89"/>
                </a:solidFill>
                <a:latin typeface="PingFang SC"/>
                <a:ea typeface="PingFang SC"/>
                <a:cs typeface="PingFang SC"/>
              </a:defRPr>
            </a:pPr>
            <a:r>
              <a:rPr sz="1496" b="1">
                <a:solidFill>
                  <a:srgbClr val="168D89"/>
                </a:solidFill>
                <a:latin typeface="PingFang SC"/>
                <a:ea typeface="PingFang SC"/>
                <a:cs typeface="PingFang SC"/>
              </a:rPr>
              <a:t>外部模型层</a:t>
            </a:r>
          </a:p>
        </p:txBody>
      </p:sp>
      <p:sp>
        <p:nvSpPr>
          <p:cNvPr id="16" name="band-model">
            <a:extLst xmlns:a="http://schemas.openxmlformats.org/drawingml/2006/main">
              <a:ext uri="{FF2B5EF4-FFF2-40B4-BE49-F238E27FC236}">
                <a16:creationId xmlns:a16="http://schemas.microsoft.com/office/drawing/2014/main" id="{6E4316DF-246A-41CC-8C28-2D2B0E0E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38800"/>
            <a:ext cx="13458825" cy="65722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7" name="layer-infra-card">
            <a:extLst xmlns:a="http://schemas.openxmlformats.org/drawingml/2006/main">
              <a:ext uri="{FF2B5EF4-FFF2-40B4-BE49-F238E27FC236}">
                <a16:creationId xmlns:a16="http://schemas.microsoft.com/office/drawing/2014/main" id="{F8211010-7A33-4422-A0FB-40D1E6FF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15240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2A88F"/>
            </a:solidFill>
            <a:prstDash val="solid"/>
          </a:ln>
        </p:spPr>
      </p:sp>
      <p:sp>
        <p:nvSpPr>
          <p:cNvPr id="18" name="layer-infra-text">
            <a:extLst xmlns:a="http://schemas.openxmlformats.org/drawingml/2006/main">
              <a:ext uri="{FF2B5EF4-FFF2-40B4-BE49-F238E27FC236}">
                <a16:creationId xmlns:a16="http://schemas.microsoft.com/office/drawing/2014/main" id="{E2A8C436-65DC-4AC8-B3AB-DE7FD7F3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48450"/>
            <a:ext cx="1371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96" b="1">
                <a:solidFill>
                  <a:srgbClr val="F2532F"/>
                </a:solidFill>
                <a:latin typeface="PingFang SC"/>
                <a:ea typeface="PingFang SC"/>
                <a:cs typeface="PingFang SC"/>
              </a:defRPr>
            </a:pPr>
            <a:r>
              <a:rPr sz="1496" b="1">
                <a:solidFill>
                  <a:srgbClr val="F2532F"/>
                </a:solidFill>
                <a:latin typeface="PingFang SC"/>
                <a:ea typeface="PingFang SC"/>
                <a:cs typeface="PingFang SC"/>
              </a:rPr>
              <a:t>数据与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96" b="1">
                <a:solidFill>
                  <a:srgbClr val="F2532F"/>
                </a:solidFill>
                <a:latin typeface="PingFang SC"/>
                <a:ea typeface="PingFang SC"/>
                <a:cs typeface="PingFang SC"/>
              </a:defRPr>
            </a:pPr>
            <a:r>
              <a:rPr sz="1496" b="1">
                <a:solidFill>
                  <a:srgbClr val="F2532F"/>
                </a:solidFill>
                <a:latin typeface="PingFang SC"/>
                <a:ea typeface="PingFang SC"/>
                <a:cs typeface="PingFang SC"/>
              </a:rPr>
              <a:t>基础设施层</a:t>
            </a:r>
          </a:p>
        </p:txBody>
      </p:sp>
      <p:sp>
        <p:nvSpPr>
          <p:cNvPr id="19" name="band-infra">
            <a:extLst xmlns:a="http://schemas.openxmlformats.org/drawingml/2006/main">
              <a:ext uri="{FF2B5EF4-FFF2-40B4-BE49-F238E27FC236}">
                <a16:creationId xmlns:a16="http://schemas.microsoft.com/office/drawing/2014/main" id="{21483BF2-7D87-4248-AD87-4EB37393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600825"/>
            <a:ext cx="13458825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20" name="legend-band">
            <a:extLst xmlns:a="http://schemas.openxmlformats.org/drawingml/2006/main">
              <a:ext uri="{FF2B5EF4-FFF2-40B4-BE49-F238E27FC236}">
                <a16:creationId xmlns:a16="http://schemas.microsoft.com/office/drawing/2014/main" id="{0AFD30D9-DBFD-4188-AE25-2A0C7C3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724775"/>
            <a:ext cx="15163800" cy="6000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21" name="web-to-nginx-route">
            <a:extLst xmlns:a="http://schemas.openxmlformats.org/drawingml/2006/main">
              <a:ext uri="{FF2B5EF4-FFF2-40B4-BE49-F238E27FC236}">
                <a16:creationId xmlns:a16="http://schemas.microsoft.com/office/drawing/2014/main" id="{BDC3BC1E-3605-4F85-9CF8-5C355BF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1809750" cy="419100"/>
          </a:xfrm>
          <a:custGeom xmlns:a="http://schemas.openxmlformats.org/drawingml/2006/main">
            <a:pathLst>
              <a:path w="1809750" h="419100">
                <a:moveTo>
                  <a:pt x="0" y="0"/>
                </a:moveTo>
                <a:lnTo>
                  <a:pt x="0" y="228600"/>
                </a:lnTo>
                <a:lnTo>
                  <a:pt x="1809750" y="228600"/>
                </a:lnTo>
                <a:lnTo>
                  <a:pt x="180975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222323"/>
            </a:solidFill>
            <a:prstDash val="solid"/>
          </a:ln>
        </p:spPr>
      </p:sp>
      <p:sp>
        <p:nvSpPr>
          <p:cNvPr id="22" name="web-to-nginx-head">
            <a:extLst xmlns:a="http://schemas.openxmlformats.org/drawingml/2006/main">
              <a:ext uri="{FF2B5EF4-FFF2-40B4-BE49-F238E27FC236}">
                <a16:creationId xmlns:a16="http://schemas.microsoft.com/office/drawing/2014/main" id="{1737AF19-8F2F-415E-BCD9-B9B64E5D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527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222323"/>
            </a:solidFill>
            <a:prstDash val="solid"/>
          </a:ln>
        </p:spPr>
      </p:sp>
      <p:sp>
        <p:nvSpPr>
          <p:cNvPr id="23" name="mobile-to-nginx-line">
            <a:extLst xmlns:a="http://schemas.openxmlformats.org/drawingml/2006/main">
              <a:ext uri="{FF2B5EF4-FFF2-40B4-BE49-F238E27FC236}">
                <a16:creationId xmlns:a16="http://schemas.microsoft.com/office/drawing/2014/main" id="{195FF159-4C86-4D7F-A4AA-2F201354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54">
            <a:solidFill>
              <a:srgbClr val="222323"/>
            </a:solidFill>
            <a:prstDash val="solid"/>
          </a:ln>
        </p:spPr>
      </p:sp>
      <p:sp>
        <p:nvSpPr>
          <p:cNvPr id="24" name="mobile-to-nginx-head">
            <a:extLst xmlns:a="http://schemas.openxmlformats.org/drawingml/2006/main">
              <a:ext uri="{FF2B5EF4-FFF2-40B4-BE49-F238E27FC236}">
                <a16:creationId xmlns:a16="http://schemas.microsoft.com/office/drawing/2014/main" id="{2DD3B2C8-1323-4B72-AE72-632E6792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222323"/>
            </a:solidFill>
            <a:prstDash val="solid"/>
          </a:ln>
        </p:spPr>
      </p:sp>
      <p:sp>
        <p:nvSpPr>
          <p:cNvPr id="25" name="mobile-back-up">
            <a:extLst xmlns:a="http://schemas.openxmlformats.org/drawingml/2006/main">
              <a:ext uri="{FF2B5EF4-FFF2-40B4-BE49-F238E27FC236}">
                <a16:creationId xmlns:a16="http://schemas.microsoft.com/office/drawing/2014/main" id="{D34C93E1-EE31-496B-978E-9195308B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57150"/>
                </a:moveTo>
                <a:lnTo>
                  <a:pt x="38100" y="0"/>
                </a:lnTo>
                <a:lnTo>
                  <a:pt x="762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222323"/>
            </a:solidFill>
            <a:prstDash val="solid"/>
          </a:ln>
        </p:spPr>
      </p:sp>
      <p:sp>
        <p:nvSpPr>
          <p:cNvPr id="26" name="admin-to-nginx-route">
            <a:extLst xmlns:a="http://schemas.openxmlformats.org/drawingml/2006/main">
              <a:ext uri="{FF2B5EF4-FFF2-40B4-BE49-F238E27FC236}">
                <a16:creationId xmlns:a16="http://schemas.microsoft.com/office/drawing/2014/main" id="{0C203AE1-8128-4DD4-A6FE-D9E1176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190750"/>
            <a:ext cx="2543175" cy="419100"/>
          </a:xfrm>
          <a:custGeom xmlns:a="http://schemas.openxmlformats.org/drawingml/2006/main">
            <a:pathLst>
              <a:path w="2543175" h="419100">
                <a:moveTo>
                  <a:pt x="2543175" y="0"/>
                </a:moveTo>
                <a:lnTo>
                  <a:pt x="2543175" y="228600"/>
                </a:lnTo>
                <a:lnTo>
                  <a:pt x="0" y="228600"/>
                </a:ln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222323"/>
            </a:solidFill>
            <a:prstDash val="solid"/>
          </a:ln>
        </p:spPr>
      </p:sp>
      <p:sp>
        <p:nvSpPr>
          <p:cNvPr id="27" name="admin-to-nginx-head">
            <a:extLst xmlns:a="http://schemas.openxmlformats.org/drawingml/2006/main">
              <a:ext uri="{FF2B5EF4-FFF2-40B4-BE49-F238E27FC236}">
                <a16:creationId xmlns:a16="http://schemas.microsoft.com/office/drawing/2014/main" id="{57860A28-8D5A-49D9-BD20-1F6BBCA5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527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222323"/>
            </a:solidFill>
            <a:prstDash val="solid"/>
          </a:ln>
        </p:spPr>
      </p:sp>
      <p:sp>
        <p:nvSpPr>
          <p:cNvPr id="28" name="nginx-business-bus">
            <a:extLst xmlns:a="http://schemas.openxmlformats.org/drawingml/2006/main">
              <a:ext uri="{FF2B5EF4-FFF2-40B4-BE49-F238E27FC236}">
                <a16:creationId xmlns:a16="http://schemas.microsoft.com/office/drawing/2014/main" id="{33AA95DD-8316-4352-AFDA-8BF9EEFC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05175"/>
            <a:ext cx="1206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22323"/>
            </a:solidFill>
            <a:prstDash val="solid"/>
          </a:ln>
        </p:spPr>
      </p:sp>
      <p:sp>
        <p:nvSpPr>
          <p:cNvPr id="29" name="business-drop-0-line">
            <a:extLst xmlns:a="http://schemas.openxmlformats.org/drawingml/2006/main">
              <a:ext uri="{FF2B5EF4-FFF2-40B4-BE49-F238E27FC236}">
                <a16:creationId xmlns:a16="http://schemas.microsoft.com/office/drawing/2014/main" id="{9EE0A271-E7CF-4450-A912-41AFEBC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0517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0" name="business-drop-0-head">
            <a:extLst xmlns:a="http://schemas.openxmlformats.org/drawingml/2006/main">
              <a:ext uri="{FF2B5EF4-FFF2-40B4-BE49-F238E27FC236}">
                <a16:creationId xmlns:a16="http://schemas.microsoft.com/office/drawing/2014/main" id="{EE386836-6DC8-44CF-BF7B-F9A268F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671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1" name="business-drop-1-line">
            <a:extLst xmlns:a="http://schemas.openxmlformats.org/drawingml/2006/main">
              <a:ext uri="{FF2B5EF4-FFF2-40B4-BE49-F238E27FC236}">
                <a16:creationId xmlns:a16="http://schemas.microsoft.com/office/drawing/2014/main" id="{50096D22-03A8-43BE-A0C8-DD12AAD1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0517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2" name="business-drop-1-head">
            <a:extLst xmlns:a="http://schemas.openxmlformats.org/drawingml/2006/main">
              <a:ext uri="{FF2B5EF4-FFF2-40B4-BE49-F238E27FC236}">
                <a16:creationId xmlns:a16="http://schemas.microsoft.com/office/drawing/2014/main" id="{DC8D220D-9CE4-47AF-88C8-CD7FD58F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671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3" name="business-drop-2-line">
            <a:extLst xmlns:a="http://schemas.openxmlformats.org/drawingml/2006/main">
              <a:ext uri="{FF2B5EF4-FFF2-40B4-BE49-F238E27FC236}">
                <a16:creationId xmlns:a16="http://schemas.microsoft.com/office/drawing/2014/main" id="{6DE7CEF1-FFF6-44C1-979C-42ACB592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30517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4" name="business-drop-2-head">
            <a:extLst xmlns:a="http://schemas.openxmlformats.org/drawingml/2006/main">
              <a:ext uri="{FF2B5EF4-FFF2-40B4-BE49-F238E27FC236}">
                <a16:creationId xmlns:a16="http://schemas.microsoft.com/office/drawing/2014/main" id="{FBFD3855-A389-4916-B776-1DE152A5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671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5" name="business-drop-3-line">
            <a:extLst xmlns:a="http://schemas.openxmlformats.org/drawingml/2006/main">
              <a:ext uri="{FF2B5EF4-FFF2-40B4-BE49-F238E27FC236}">
                <a16:creationId xmlns:a16="http://schemas.microsoft.com/office/drawing/2014/main" id="{24A8D6C3-19D1-489C-9FD0-642DBC50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0517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6" name="business-drop-3-head">
            <a:extLst xmlns:a="http://schemas.openxmlformats.org/drawingml/2006/main">
              <a:ext uri="{FF2B5EF4-FFF2-40B4-BE49-F238E27FC236}">
                <a16:creationId xmlns:a16="http://schemas.microsoft.com/office/drawing/2014/main" id="{871A6AAE-32EC-47D2-A17F-1131F1BC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671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7" name="business-drop-4-line">
            <a:extLst xmlns:a="http://schemas.openxmlformats.org/drawingml/2006/main">
              <a:ext uri="{FF2B5EF4-FFF2-40B4-BE49-F238E27FC236}">
                <a16:creationId xmlns:a16="http://schemas.microsoft.com/office/drawing/2014/main" id="{4CF4E610-66E6-4ED3-96FA-843E4E33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0517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8" name="business-drop-4-head">
            <a:extLst xmlns:a="http://schemas.openxmlformats.org/drawingml/2006/main">
              <a:ext uri="{FF2B5EF4-FFF2-40B4-BE49-F238E27FC236}">
                <a16:creationId xmlns:a16="http://schemas.microsoft.com/office/drawing/2014/main" id="{5F3E7013-C751-43D5-9359-1305EA95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39" name="business-drop-5-line">
            <a:extLst xmlns:a="http://schemas.openxmlformats.org/drawingml/2006/main">
              <a:ext uri="{FF2B5EF4-FFF2-40B4-BE49-F238E27FC236}">
                <a16:creationId xmlns:a16="http://schemas.microsoft.com/office/drawing/2014/main" id="{D73BA67B-3D20-45C0-9683-6AF81422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0517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40" name="business-drop-5-head">
            <a:extLst xmlns:a="http://schemas.openxmlformats.org/drawingml/2006/main">
              <a:ext uri="{FF2B5EF4-FFF2-40B4-BE49-F238E27FC236}">
                <a16:creationId xmlns:a16="http://schemas.microsoft.com/office/drawing/2014/main" id="{B131053D-EC82-4675-9CB9-A4C9224E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671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41" name="business-drop-6-line">
            <a:extLst xmlns:a="http://schemas.openxmlformats.org/drawingml/2006/main">
              <a:ext uri="{FF2B5EF4-FFF2-40B4-BE49-F238E27FC236}">
                <a16:creationId xmlns:a16="http://schemas.microsoft.com/office/drawing/2014/main" id="{0E186481-AF61-4DD1-95ED-3BAC3966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30517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42" name="business-drop-6-head">
            <a:extLst xmlns:a="http://schemas.openxmlformats.org/drawingml/2006/main">
              <a:ext uri="{FF2B5EF4-FFF2-40B4-BE49-F238E27FC236}">
                <a16:creationId xmlns:a16="http://schemas.microsoft.com/office/drawing/2014/main" id="{05D5A19B-A57D-4DB3-91D5-84064D5E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34671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43" name="business-drop-7-line">
            <a:extLst xmlns:a="http://schemas.openxmlformats.org/drawingml/2006/main">
              <a:ext uri="{FF2B5EF4-FFF2-40B4-BE49-F238E27FC236}">
                <a16:creationId xmlns:a16="http://schemas.microsoft.com/office/drawing/2014/main" id="{29C388CB-4BA5-422C-B6CC-72687AF6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330517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44" name="business-drop-7-head">
            <a:extLst xmlns:a="http://schemas.openxmlformats.org/drawingml/2006/main">
              <a:ext uri="{FF2B5EF4-FFF2-40B4-BE49-F238E27FC236}">
                <a16:creationId xmlns:a16="http://schemas.microsoft.com/office/drawing/2014/main" id="{68B70042-BA6F-46BB-9B66-4B0A32C5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34671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45" name="business-drop-8-line">
            <a:extLst xmlns:a="http://schemas.openxmlformats.org/drawingml/2006/main">
              <a:ext uri="{FF2B5EF4-FFF2-40B4-BE49-F238E27FC236}">
                <a16:creationId xmlns:a16="http://schemas.microsoft.com/office/drawing/2014/main" id="{B7664757-6938-4FB5-9F14-E802E85E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330517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46" name="business-drop-8-head">
            <a:extLst xmlns:a="http://schemas.openxmlformats.org/drawingml/2006/main">
              <a:ext uri="{FF2B5EF4-FFF2-40B4-BE49-F238E27FC236}">
                <a16:creationId xmlns:a16="http://schemas.microsoft.com/office/drawing/2014/main" id="{4C6B5B51-FE5E-4134-85FE-FC878D42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346710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47" name="business-flow-0-line">
            <a:extLst xmlns:a="http://schemas.openxmlformats.org/drawingml/2006/main">
              <a:ext uri="{FF2B5EF4-FFF2-40B4-BE49-F238E27FC236}">
                <a16:creationId xmlns:a16="http://schemas.microsoft.com/office/drawing/2014/main" id="{B4DAD4E8-FBA7-401A-BCB8-4C9D4D7E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8290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48" name="business-flow-0-head">
            <a:extLst xmlns:a="http://schemas.openxmlformats.org/drawingml/2006/main">
              <a:ext uri="{FF2B5EF4-FFF2-40B4-BE49-F238E27FC236}">
                <a16:creationId xmlns:a16="http://schemas.microsoft.com/office/drawing/2014/main" id="{DD2BD148-ACB2-46E2-9019-000E8944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909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49" name="business-flow-1-line">
            <a:extLst xmlns:a="http://schemas.openxmlformats.org/drawingml/2006/main">
              <a:ext uri="{FF2B5EF4-FFF2-40B4-BE49-F238E27FC236}">
                <a16:creationId xmlns:a16="http://schemas.microsoft.com/office/drawing/2014/main" id="{824676DE-CE02-4F68-A010-BC6738EF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290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0" name="business-flow-1-head">
            <a:extLst xmlns:a="http://schemas.openxmlformats.org/drawingml/2006/main">
              <a:ext uri="{FF2B5EF4-FFF2-40B4-BE49-F238E27FC236}">
                <a16:creationId xmlns:a16="http://schemas.microsoft.com/office/drawing/2014/main" id="{37CEF146-A9DE-4A71-9926-5C5FDF0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909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1" name="business-flow-2-line">
            <a:extLst xmlns:a="http://schemas.openxmlformats.org/drawingml/2006/main">
              <a:ext uri="{FF2B5EF4-FFF2-40B4-BE49-F238E27FC236}">
                <a16:creationId xmlns:a16="http://schemas.microsoft.com/office/drawing/2014/main" id="{B1906611-F998-4EBE-9AA7-01A4EC81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290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2" name="business-flow-2-head">
            <a:extLst xmlns:a="http://schemas.openxmlformats.org/drawingml/2006/main">
              <a:ext uri="{FF2B5EF4-FFF2-40B4-BE49-F238E27FC236}">
                <a16:creationId xmlns:a16="http://schemas.microsoft.com/office/drawing/2014/main" id="{D2B4C856-E906-47EF-8FE8-A435F035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3" name="business-flow-3-line">
            <a:extLst xmlns:a="http://schemas.openxmlformats.org/drawingml/2006/main">
              <a:ext uri="{FF2B5EF4-FFF2-40B4-BE49-F238E27FC236}">
                <a16:creationId xmlns:a16="http://schemas.microsoft.com/office/drawing/2014/main" id="{39F40E87-3536-4D69-B03D-22CFB47E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290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4" name="business-flow-3-head">
            <a:extLst xmlns:a="http://schemas.openxmlformats.org/drawingml/2006/main">
              <a:ext uri="{FF2B5EF4-FFF2-40B4-BE49-F238E27FC236}">
                <a16:creationId xmlns:a16="http://schemas.microsoft.com/office/drawing/2014/main" id="{A7F6CA4C-5159-4451-AAAE-FC20EDCA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5" name="business-flow-4-line">
            <a:extLst xmlns:a="http://schemas.openxmlformats.org/drawingml/2006/main">
              <a:ext uri="{FF2B5EF4-FFF2-40B4-BE49-F238E27FC236}">
                <a16:creationId xmlns:a16="http://schemas.microsoft.com/office/drawing/2014/main" id="{7BAA0D80-123C-4F5F-8CE4-4D4C0884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290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6" name="business-flow-4-head">
            <a:extLst xmlns:a="http://schemas.openxmlformats.org/drawingml/2006/main">
              <a:ext uri="{FF2B5EF4-FFF2-40B4-BE49-F238E27FC236}">
                <a16:creationId xmlns:a16="http://schemas.microsoft.com/office/drawing/2014/main" id="{DE68A9FA-E5A1-4EEB-9445-1B6D033E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909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7" name="business-flow-5-line">
            <a:extLst xmlns:a="http://schemas.openxmlformats.org/drawingml/2006/main">
              <a:ext uri="{FF2B5EF4-FFF2-40B4-BE49-F238E27FC236}">
                <a16:creationId xmlns:a16="http://schemas.microsoft.com/office/drawing/2014/main" id="{5225D08D-F69F-4CB3-8431-13152C39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8290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8" name="business-flow-5-head">
            <a:extLst xmlns:a="http://schemas.openxmlformats.org/drawingml/2006/main">
              <a:ext uri="{FF2B5EF4-FFF2-40B4-BE49-F238E27FC236}">
                <a16:creationId xmlns:a16="http://schemas.microsoft.com/office/drawing/2014/main" id="{774E147C-AA68-4CF5-8D99-EDB422EF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7909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59" name="business-flow-6-line">
            <a:extLst xmlns:a="http://schemas.openxmlformats.org/drawingml/2006/main">
              <a:ext uri="{FF2B5EF4-FFF2-40B4-BE49-F238E27FC236}">
                <a16:creationId xmlns:a16="http://schemas.microsoft.com/office/drawing/2014/main" id="{CFA5E50B-43CB-4F60-AC8E-A09E081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8290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60" name="business-flow-6-head">
            <a:extLst xmlns:a="http://schemas.openxmlformats.org/drawingml/2006/main">
              <a:ext uri="{FF2B5EF4-FFF2-40B4-BE49-F238E27FC236}">
                <a16:creationId xmlns:a16="http://schemas.microsoft.com/office/drawing/2014/main" id="{C3792B85-3043-4FD2-933D-3324B829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7909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61" name="business-flow-7-line">
            <a:extLst xmlns:a="http://schemas.openxmlformats.org/drawingml/2006/main">
              <a:ext uri="{FF2B5EF4-FFF2-40B4-BE49-F238E27FC236}">
                <a16:creationId xmlns:a16="http://schemas.microsoft.com/office/drawing/2014/main" id="{78FFF4F3-6AE8-45A9-980D-48BC3F4C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8290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62" name="business-flow-7-head">
            <a:extLst xmlns:a="http://schemas.openxmlformats.org/drawingml/2006/main">
              <a:ext uri="{FF2B5EF4-FFF2-40B4-BE49-F238E27FC236}">
                <a16:creationId xmlns:a16="http://schemas.microsoft.com/office/drawing/2014/main" id="{3EABAE8C-1BDE-4473-88ED-B1CC5DE8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37909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222323"/>
            </a:solidFill>
            <a:prstDash val="solid"/>
          </a:ln>
        </p:spPr>
      </p:sp>
      <p:sp>
        <p:nvSpPr>
          <p:cNvPr id="63" name="auth-prompt-route">
            <a:extLst xmlns:a="http://schemas.openxmlformats.org/drawingml/2006/main">
              <a:ext uri="{FF2B5EF4-FFF2-40B4-BE49-F238E27FC236}">
                <a16:creationId xmlns:a16="http://schemas.microsoft.com/office/drawing/2014/main" id="{33869A29-E0E2-4860-83FA-3E81A93B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19575"/>
            <a:ext cx="514350" cy="361950"/>
          </a:xfrm>
          <a:custGeom xmlns:a="http://schemas.openxmlformats.org/drawingml/2006/main">
            <a:pathLst>
              <a:path w="514350" h="361950">
                <a:moveTo>
                  <a:pt x="0" y="0"/>
                </a:moveTo>
                <a:lnTo>
                  <a:pt x="0" y="123825"/>
                </a:lnTo>
                <a:lnTo>
                  <a:pt x="514350" y="123825"/>
                </a:lnTo>
                <a:lnTo>
                  <a:pt x="51435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64" name="auth-prompt-head">
            <a:extLst xmlns:a="http://schemas.openxmlformats.org/drawingml/2006/main">
              <a:ext uri="{FF2B5EF4-FFF2-40B4-BE49-F238E27FC236}">
                <a16:creationId xmlns:a16="http://schemas.microsoft.com/office/drawing/2014/main" id="{95FE31F1-B47F-4767-BAFF-A31C4A97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437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65" name="user-prompt-route">
            <a:extLst xmlns:a="http://schemas.openxmlformats.org/drawingml/2006/main">
              <a:ext uri="{FF2B5EF4-FFF2-40B4-BE49-F238E27FC236}">
                <a16:creationId xmlns:a16="http://schemas.microsoft.com/office/drawing/2014/main" id="{DCAF8B64-1450-455A-A427-49D864C0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19575"/>
            <a:ext cx="238125" cy="361950"/>
          </a:xfrm>
          <a:custGeom xmlns:a="http://schemas.openxmlformats.org/drawingml/2006/main">
            <a:pathLst>
              <a:path w="238125" h="361950">
                <a:moveTo>
                  <a:pt x="238125" y="0"/>
                </a:moveTo>
                <a:lnTo>
                  <a:pt x="238125" y="123825"/>
                </a:lnTo>
                <a:lnTo>
                  <a:pt x="0" y="123825"/>
                </a:lnTo>
                <a:lnTo>
                  <a:pt x="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66" name="user-prompt-head">
            <a:extLst xmlns:a="http://schemas.openxmlformats.org/drawingml/2006/main">
              <a:ext uri="{FF2B5EF4-FFF2-40B4-BE49-F238E27FC236}">
                <a16:creationId xmlns:a16="http://schemas.microsoft.com/office/drawing/2014/main" id="{5C82F2AF-A6BA-4556-B817-F584D409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52437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67" name="member-scene-route">
            <a:extLst xmlns:a="http://schemas.openxmlformats.org/drawingml/2006/main">
              <a:ext uri="{FF2B5EF4-FFF2-40B4-BE49-F238E27FC236}">
                <a16:creationId xmlns:a16="http://schemas.microsoft.com/office/drawing/2014/main" id="{14F56756-2FCA-4122-B8E0-94B2B2AF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219575"/>
            <a:ext cx="361950" cy="361950"/>
          </a:xfrm>
          <a:custGeom xmlns:a="http://schemas.openxmlformats.org/drawingml/2006/main">
            <a:pathLst>
              <a:path w="361950" h="361950">
                <a:moveTo>
                  <a:pt x="0" y="0"/>
                </a:moveTo>
                <a:lnTo>
                  <a:pt x="0" y="123825"/>
                </a:lnTo>
                <a:lnTo>
                  <a:pt x="361950" y="123825"/>
                </a:lnTo>
                <a:lnTo>
                  <a:pt x="36195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68" name="member-scene-head">
            <a:extLst xmlns:a="http://schemas.openxmlformats.org/drawingml/2006/main">
              <a:ext uri="{FF2B5EF4-FFF2-40B4-BE49-F238E27FC236}">
                <a16:creationId xmlns:a16="http://schemas.microsoft.com/office/drawing/2014/main" id="{8EFFDAA3-CA74-4DBA-A20A-C5E4D8F7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52437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69" name="scene-learning-route">
            <a:extLst xmlns:a="http://schemas.openxmlformats.org/drawingml/2006/main">
              <a:ext uri="{FF2B5EF4-FFF2-40B4-BE49-F238E27FC236}">
                <a16:creationId xmlns:a16="http://schemas.microsoft.com/office/drawing/2014/main" id="{42A283AB-94AB-4351-856D-CA9D6D16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1057275" cy="361950"/>
          </a:xfrm>
          <a:custGeom xmlns:a="http://schemas.openxmlformats.org/drawingml/2006/main">
            <a:pathLst>
              <a:path w="1057275" h="361950">
                <a:moveTo>
                  <a:pt x="0" y="0"/>
                </a:moveTo>
                <a:lnTo>
                  <a:pt x="0" y="123825"/>
                </a:lnTo>
                <a:lnTo>
                  <a:pt x="1057275" y="123825"/>
                </a:lnTo>
                <a:lnTo>
                  <a:pt x="1057275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0" name="scene-learning-head">
            <a:extLst xmlns:a="http://schemas.openxmlformats.org/drawingml/2006/main">
              <a:ext uri="{FF2B5EF4-FFF2-40B4-BE49-F238E27FC236}">
                <a16:creationId xmlns:a16="http://schemas.microsoft.com/office/drawing/2014/main" id="{256470D6-6764-4C77-B497-8D928128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2437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1" name="session-learning-route">
            <a:extLst xmlns:a="http://schemas.openxmlformats.org/drawingml/2006/main">
              <a:ext uri="{FF2B5EF4-FFF2-40B4-BE49-F238E27FC236}">
                <a16:creationId xmlns:a16="http://schemas.microsoft.com/office/drawing/2014/main" id="{5C40E3A6-C045-4D21-8794-A1328362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219575"/>
            <a:ext cx="466725" cy="361950"/>
          </a:xfrm>
          <a:custGeom xmlns:a="http://schemas.openxmlformats.org/drawingml/2006/main">
            <a:pathLst>
              <a:path w="466725" h="361950">
                <a:moveTo>
                  <a:pt x="466725" y="0"/>
                </a:moveTo>
                <a:lnTo>
                  <a:pt x="466725" y="123825"/>
                </a:lnTo>
                <a:lnTo>
                  <a:pt x="0" y="123825"/>
                </a:lnTo>
                <a:lnTo>
                  <a:pt x="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2" name="session-learning-head">
            <a:extLst xmlns:a="http://schemas.openxmlformats.org/drawingml/2006/main">
              <a:ext uri="{FF2B5EF4-FFF2-40B4-BE49-F238E27FC236}">
                <a16:creationId xmlns:a16="http://schemas.microsoft.com/office/drawing/2014/main" id="{3767662F-57F7-4A97-91DC-90900186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2437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3" name="realtime-agent-route">
            <a:extLst xmlns:a="http://schemas.openxmlformats.org/drawingml/2006/main">
              <a:ext uri="{FF2B5EF4-FFF2-40B4-BE49-F238E27FC236}">
                <a16:creationId xmlns:a16="http://schemas.microsoft.com/office/drawing/2014/main" id="{244D76F9-D9E8-4097-B689-1618C3D9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19575"/>
            <a:ext cx="171450" cy="361950"/>
          </a:xfrm>
          <a:custGeom xmlns:a="http://schemas.openxmlformats.org/drawingml/2006/main">
            <a:pathLst>
              <a:path w="171450" h="361950">
                <a:moveTo>
                  <a:pt x="171450" y="0"/>
                </a:moveTo>
                <a:lnTo>
                  <a:pt x="171450" y="123825"/>
                </a:lnTo>
                <a:lnTo>
                  <a:pt x="0" y="123825"/>
                </a:lnTo>
                <a:lnTo>
                  <a:pt x="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4" name="realtime-agent-head">
            <a:extLst xmlns:a="http://schemas.openxmlformats.org/drawingml/2006/main">
              <a:ext uri="{FF2B5EF4-FFF2-40B4-BE49-F238E27FC236}">
                <a16:creationId xmlns:a16="http://schemas.microsoft.com/office/drawing/2014/main" id="{28A2053C-3049-4014-8016-8BC0FA62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2437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5" name="learning-knowledge-route">
            <a:extLst xmlns:a="http://schemas.openxmlformats.org/drawingml/2006/main">
              <a:ext uri="{FF2B5EF4-FFF2-40B4-BE49-F238E27FC236}">
                <a16:creationId xmlns:a16="http://schemas.microsoft.com/office/drawing/2014/main" id="{713FE4EE-E24F-4825-B187-719F4DEC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219575"/>
            <a:ext cx="323850" cy="361950"/>
          </a:xfrm>
          <a:custGeom xmlns:a="http://schemas.openxmlformats.org/drawingml/2006/main">
            <a:pathLst>
              <a:path w="323850" h="361950">
                <a:moveTo>
                  <a:pt x="0" y="0"/>
                </a:moveTo>
                <a:lnTo>
                  <a:pt x="0" y="123825"/>
                </a:lnTo>
                <a:lnTo>
                  <a:pt x="323850" y="123825"/>
                </a:lnTo>
                <a:lnTo>
                  <a:pt x="32385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6" name="learning-knowledge-head">
            <a:extLst xmlns:a="http://schemas.openxmlformats.org/drawingml/2006/main">
              <a:ext uri="{FF2B5EF4-FFF2-40B4-BE49-F238E27FC236}">
                <a16:creationId xmlns:a16="http://schemas.microsoft.com/office/drawing/2014/main" id="{C02EC0BD-6E94-4E46-AA12-8CFB8D46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52437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7" name="rating-adapter-route">
            <a:extLst xmlns:a="http://schemas.openxmlformats.org/drawingml/2006/main">
              <a:ext uri="{FF2B5EF4-FFF2-40B4-BE49-F238E27FC236}">
                <a16:creationId xmlns:a16="http://schemas.microsoft.com/office/drawing/2014/main" id="{A7FB98D0-BF1A-467C-97AA-6263812E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4219575"/>
            <a:ext cx="1066800" cy="361950"/>
          </a:xfrm>
          <a:custGeom xmlns:a="http://schemas.openxmlformats.org/drawingml/2006/main">
            <a:pathLst>
              <a:path w="1066800" h="361950">
                <a:moveTo>
                  <a:pt x="0" y="0"/>
                </a:moveTo>
                <a:lnTo>
                  <a:pt x="0" y="123825"/>
                </a:lnTo>
                <a:lnTo>
                  <a:pt x="1066800" y="123825"/>
                </a:lnTo>
                <a:lnTo>
                  <a:pt x="10668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8" name="rating-adapter-head">
            <a:extLst xmlns:a="http://schemas.openxmlformats.org/drawingml/2006/main">
              <a:ext uri="{FF2B5EF4-FFF2-40B4-BE49-F238E27FC236}">
                <a16:creationId xmlns:a16="http://schemas.microsoft.com/office/drawing/2014/main" id="{BFC4F6F3-BC82-42C2-B3B9-49882216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452437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79" name="growth-adapter-line">
            <a:extLst xmlns:a="http://schemas.openxmlformats.org/drawingml/2006/main">
              <a:ext uri="{FF2B5EF4-FFF2-40B4-BE49-F238E27FC236}">
                <a16:creationId xmlns:a16="http://schemas.microsoft.com/office/drawing/2014/main" id="{36334303-C61D-4519-A59D-C1A03C9E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42195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80" name="growth-adapter-head">
            <a:extLst xmlns:a="http://schemas.openxmlformats.org/drawingml/2006/main">
              <a:ext uri="{FF2B5EF4-FFF2-40B4-BE49-F238E27FC236}">
                <a16:creationId xmlns:a16="http://schemas.microsoft.com/office/drawing/2014/main" id="{8B73FBA7-0785-483F-9EED-7D037262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452437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81" name="ai-flow-0-line">
            <a:extLst xmlns:a="http://schemas.openxmlformats.org/drawingml/2006/main">
              <a:ext uri="{FF2B5EF4-FFF2-40B4-BE49-F238E27FC236}">
                <a16:creationId xmlns:a16="http://schemas.microsoft.com/office/drawing/2014/main" id="{D9724A46-EED7-41EA-8655-8805521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24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82" name="ai-flow-0-head">
            <a:extLst xmlns:a="http://schemas.openxmlformats.org/drawingml/2006/main">
              <a:ext uri="{FF2B5EF4-FFF2-40B4-BE49-F238E27FC236}">
                <a16:creationId xmlns:a16="http://schemas.microsoft.com/office/drawing/2014/main" id="{32CFB2C4-CC50-437F-B2F8-17588AD9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8632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83" name="ai-flow-1-line">
            <a:extLst xmlns:a="http://schemas.openxmlformats.org/drawingml/2006/main">
              <a:ext uri="{FF2B5EF4-FFF2-40B4-BE49-F238E27FC236}">
                <a16:creationId xmlns:a16="http://schemas.microsoft.com/office/drawing/2014/main" id="{C5B9F34E-5FAE-4E6F-9F90-0C93718D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244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84" name="ai-flow-1-head">
            <a:extLst xmlns:a="http://schemas.openxmlformats.org/drawingml/2006/main">
              <a:ext uri="{FF2B5EF4-FFF2-40B4-BE49-F238E27FC236}">
                <a16:creationId xmlns:a16="http://schemas.microsoft.com/office/drawing/2014/main" id="{9F139920-57B8-465C-828E-A57A6D62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8632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85" name="ai-flow-2-line">
            <a:extLst xmlns:a="http://schemas.openxmlformats.org/drawingml/2006/main">
              <a:ext uri="{FF2B5EF4-FFF2-40B4-BE49-F238E27FC236}">
                <a16:creationId xmlns:a16="http://schemas.microsoft.com/office/drawing/2014/main" id="{FB728967-275C-426C-BB08-0434F0EA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24425"/>
            <a:ext cx="3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86" name="ai-flow-2-head">
            <a:extLst xmlns:a="http://schemas.openxmlformats.org/drawingml/2006/main">
              <a:ext uri="{FF2B5EF4-FFF2-40B4-BE49-F238E27FC236}">
                <a16:creationId xmlns:a16="http://schemas.microsoft.com/office/drawing/2014/main" id="{271DD900-76BB-4053-AF47-E2772071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8632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87" name="ai-flow-3-line">
            <a:extLst xmlns:a="http://schemas.openxmlformats.org/drawingml/2006/main">
              <a:ext uri="{FF2B5EF4-FFF2-40B4-BE49-F238E27FC236}">
                <a16:creationId xmlns:a16="http://schemas.microsoft.com/office/drawing/2014/main" id="{C5B2A2A0-D4E0-4FC4-8D04-85C8385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2442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88" name="ai-flow-3-head">
            <a:extLst xmlns:a="http://schemas.openxmlformats.org/drawingml/2006/main">
              <a:ext uri="{FF2B5EF4-FFF2-40B4-BE49-F238E27FC236}">
                <a16:creationId xmlns:a16="http://schemas.microsoft.com/office/drawing/2014/main" id="{C50D2F59-6902-4A57-9E71-054F9440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88632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89" name="ai-flow-4-line">
            <a:extLst xmlns:a="http://schemas.openxmlformats.org/drawingml/2006/main">
              <a:ext uri="{FF2B5EF4-FFF2-40B4-BE49-F238E27FC236}">
                <a16:creationId xmlns:a16="http://schemas.microsoft.com/office/drawing/2014/main" id="{9E050760-CB39-4825-9134-98C60BA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49244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90" name="ai-flow-4-head">
            <a:extLst xmlns:a="http://schemas.openxmlformats.org/drawingml/2006/main">
              <a:ext uri="{FF2B5EF4-FFF2-40B4-BE49-F238E27FC236}">
                <a16:creationId xmlns:a16="http://schemas.microsoft.com/office/drawing/2014/main" id="{C92EAE0C-6BBF-4A93-AE24-70E1E98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88632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91" name="prompt-realtime-route">
            <a:extLst xmlns:a="http://schemas.openxmlformats.org/drawingml/2006/main">
              <a:ext uri="{FF2B5EF4-FFF2-40B4-BE49-F238E27FC236}">
                <a16:creationId xmlns:a16="http://schemas.microsoft.com/office/drawing/2014/main" id="{D76F1166-7CCA-4613-8B3B-FCF6949A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43525"/>
            <a:ext cx="9525" cy="371475"/>
          </a:xfrm>
          <a:custGeom xmlns:a="http://schemas.openxmlformats.org/drawingml/2006/main">
            <a:pathLst>
              <a:path w="9525" h="371475">
                <a:moveTo>
                  <a:pt x="0" y="0"/>
                </a:moveTo>
                <a:lnTo>
                  <a:pt x="0" y="190500"/>
                </a:lnTo>
                <a:lnTo>
                  <a:pt x="9525" y="190500"/>
                </a:lnTo>
                <a:lnTo>
                  <a:pt x="952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dash"/>
          </a:ln>
        </p:spPr>
      </p:sp>
      <p:sp>
        <p:nvSpPr>
          <p:cNvPr id="92" name="prompt-realtime-head">
            <a:extLst xmlns:a="http://schemas.openxmlformats.org/drawingml/2006/main">
              <a:ext uri="{FF2B5EF4-FFF2-40B4-BE49-F238E27FC236}">
                <a16:creationId xmlns:a16="http://schemas.microsoft.com/office/drawing/2014/main" id="{7E970C18-52A6-46FF-8D7B-132A9BC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657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93" name="prompt-general-route">
            <a:extLst xmlns:a="http://schemas.openxmlformats.org/drawingml/2006/main">
              <a:ext uri="{FF2B5EF4-FFF2-40B4-BE49-F238E27FC236}">
                <a16:creationId xmlns:a16="http://schemas.microsoft.com/office/drawing/2014/main" id="{9DFF7DB6-073D-44A9-8BAF-1D81B4C2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343525"/>
            <a:ext cx="2724150" cy="371475"/>
          </a:xfrm>
          <a:custGeom xmlns:a="http://schemas.openxmlformats.org/drawingml/2006/main">
            <a:pathLst>
              <a:path w="2724150" h="371475">
                <a:moveTo>
                  <a:pt x="0" y="0"/>
                </a:moveTo>
                <a:lnTo>
                  <a:pt x="0" y="190500"/>
                </a:lnTo>
                <a:lnTo>
                  <a:pt x="2724150" y="190500"/>
                </a:lnTo>
                <a:lnTo>
                  <a:pt x="272415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dash"/>
          </a:ln>
        </p:spPr>
      </p:sp>
      <p:sp>
        <p:nvSpPr>
          <p:cNvPr id="94" name="prompt-general-head">
            <a:extLst xmlns:a="http://schemas.openxmlformats.org/drawingml/2006/main">
              <a:ext uri="{FF2B5EF4-FFF2-40B4-BE49-F238E27FC236}">
                <a16:creationId xmlns:a16="http://schemas.microsoft.com/office/drawing/2014/main" id="{17C83A30-1977-4F75-8539-0D08FC8F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657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95" name="scene-general-route">
            <a:extLst xmlns:a="http://schemas.openxmlformats.org/drawingml/2006/main">
              <a:ext uri="{FF2B5EF4-FFF2-40B4-BE49-F238E27FC236}">
                <a16:creationId xmlns:a16="http://schemas.microsoft.com/office/drawing/2014/main" id="{2158956C-F221-45F2-925A-2A73C2C4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343525"/>
            <a:ext cx="609600" cy="371475"/>
          </a:xfrm>
          <a:custGeom xmlns:a="http://schemas.openxmlformats.org/drawingml/2006/main">
            <a:pathLst>
              <a:path w="609600" h="371475">
                <a:moveTo>
                  <a:pt x="0" y="0"/>
                </a:moveTo>
                <a:lnTo>
                  <a:pt x="0" y="190500"/>
                </a:lnTo>
                <a:lnTo>
                  <a:pt x="609600" y="190500"/>
                </a:lnTo>
                <a:lnTo>
                  <a:pt x="60960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dash"/>
          </a:ln>
        </p:spPr>
      </p:sp>
      <p:sp>
        <p:nvSpPr>
          <p:cNvPr id="96" name="scene-general-head">
            <a:extLst xmlns:a="http://schemas.openxmlformats.org/drawingml/2006/main">
              <a:ext uri="{FF2B5EF4-FFF2-40B4-BE49-F238E27FC236}">
                <a16:creationId xmlns:a16="http://schemas.microsoft.com/office/drawing/2014/main" id="{1B9C6216-C06B-470A-98E3-46E4ADE1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657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97" name="learning-general-route">
            <a:extLst xmlns:a="http://schemas.openxmlformats.org/drawingml/2006/main">
              <a:ext uri="{FF2B5EF4-FFF2-40B4-BE49-F238E27FC236}">
                <a16:creationId xmlns:a16="http://schemas.microsoft.com/office/drawing/2014/main" id="{0E2975A6-3641-497C-9682-6E5AFB01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43525"/>
            <a:ext cx="1409700" cy="371475"/>
          </a:xfrm>
          <a:custGeom xmlns:a="http://schemas.openxmlformats.org/drawingml/2006/main">
            <a:pathLst>
              <a:path w="1409700" h="371475">
                <a:moveTo>
                  <a:pt x="1409700" y="0"/>
                </a:moveTo>
                <a:lnTo>
                  <a:pt x="1409700" y="190500"/>
                </a:lnTo>
                <a:lnTo>
                  <a:pt x="0" y="190500"/>
                </a:ln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dash"/>
          </a:ln>
        </p:spPr>
      </p:sp>
      <p:sp>
        <p:nvSpPr>
          <p:cNvPr id="98" name="learning-general-head">
            <a:extLst xmlns:a="http://schemas.openxmlformats.org/drawingml/2006/main">
              <a:ext uri="{FF2B5EF4-FFF2-40B4-BE49-F238E27FC236}">
                <a16:creationId xmlns:a16="http://schemas.microsoft.com/office/drawing/2014/main" id="{CCE680D0-2224-412E-8681-2AA8B88D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57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99" name="learning-tts-route">
            <a:extLst xmlns:a="http://schemas.openxmlformats.org/drawingml/2006/main">
              <a:ext uri="{FF2B5EF4-FFF2-40B4-BE49-F238E27FC236}">
                <a16:creationId xmlns:a16="http://schemas.microsoft.com/office/drawing/2014/main" id="{6E2F5D3A-A527-4B38-89EC-1699157A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43525"/>
            <a:ext cx="657225" cy="371475"/>
          </a:xfrm>
          <a:custGeom xmlns:a="http://schemas.openxmlformats.org/drawingml/2006/main">
            <a:pathLst>
              <a:path w="657225" h="371475">
                <a:moveTo>
                  <a:pt x="0" y="0"/>
                </a:moveTo>
                <a:lnTo>
                  <a:pt x="0" y="190500"/>
                </a:lnTo>
                <a:lnTo>
                  <a:pt x="657225" y="190500"/>
                </a:lnTo>
                <a:lnTo>
                  <a:pt x="65722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dash"/>
          </a:ln>
        </p:spPr>
      </p:sp>
      <p:sp>
        <p:nvSpPr>
          <p:cNvPr id="100" name="learning-tts-head">
            <a:extLst xmlns:a="http://schemas.openxmlformats.org/drawingml/2006/main">
              <a:ext uri="{FF2B5EF4-FFF2-40B4-BE49-F238E27FC236}">
                <a16:creationId xmlns:a16="http://schemas.microsoft.com/office/drawing/2014/main" id="{3DC3EFB8-398A-466C-9842-B457C28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657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101" name="agent-tts-route">
            <a:extLst xmlns:a="http://schemas.openxmlformats.org/drawingml/2006/main">
              <a:ext uri="{FF2B5EF4-FFF2-40B4-BE49-F238E27FC236}">
                <a16:creationId xmlns:a16="http://schemas.microsoft.com/office/drawing/2014/main" id="{2CFD03C0-5F21-4683-8D2F-71DF715E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43525"/>
            <a:ext cx="933450" cy="371475"/>
          </a:xfrm>
          <a:custGeom xmlns:a="http://schemas.openxmlformats.org/drawingml/2006/main">
            <a:pathLst>
              <a:path w="933450" h="371475">
                <a:moveTo>
                  <a:pt x="933450" y="0"/>
                </a:moveTo>
                <a:lnTo>
                  <a:pt x="933450" y="190500"/>
                </a:lnTo>
                <a:lnTo>
                  <a:pt x="0" y="190500"/>
                </a:ln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dash"/>
          </a:ln>
        </p:spPr>
      </p:sp>
      <p:sp>
        <p:nvSpPr>
          <p:cNvPr id="102" name="agent-tts-head">
            <a:extLst xmlns:a="http://schemas.openxmlformats.org/drawingml/2006/main">
              <a:ext uri="{FF2B5EF4-FFF2-40B4-BE49-F238E27FC236}">
                <a16:creationId xmlns:a16="http://schemas.microsoft.com/office/drawing/2014/main" id="{E6BC8852-3B17-407B-B562-CD76176B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657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103" name="agent-translation-route">
            <a:extLst xmlns:a="http://schemas.openxmlformats.org/drawingml/2006/main">
              <a:ext uri="{FF2B5EF4-FFF2-40B4-BE49-F238E27FC236}">
                <a16:creationId xmlns:a16="http://schemas.microsoft.com/office/drawing/2014/main" id="{B5D35991-388E-430B-ACC1-2D39F879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343525"/>
            <a:ext cx="428625" cy="371475"/>
          </a:xfrm>
          <a:custGeom xmlns:a="http://schemas.openxmlformats.org/drawingml/2006/main">
            <a:pathLst>
              <a:path w="428625" h="371475">
                <a:moveTo>
                  <a:pt x="0" y="0"/>
                </a:moveTo>
                <a:lnTo>
                  <a:pt x="0" y="190500"/>
                </a:lnTo>
                <a:lnTo>
                  <a:pt x="428625" y="190500"/>
                </a:lnTo>
                <a:lnTo>
                  <a:pt x="42862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dash"/>
          </a:ln>
        </p:spPr>
      </p:sp>
      <p:sp>
        <p:nvSpPr>
          <p:cNvPr id="104" name="agent-translation-head">
            <a:extLst xmlns:a="http://schemas.openxmlformats.org/drawingml/2006/main">
              <a:ext uri="{FF2B5EF4-FFF2-40B4-BE49-F238E27FC236}">
                <a16:creationId xmlns:a16="http://schemas.microsoft.com/office/drawing/2014/main" id="{CC1E4738-14E4-4A88-A719-D169A9EC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657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105" name="knowledge-translation-route">
            <a:extLst xmlns:a="http://schemas.openxmlformats.org/drawingml/2006/main">
              <a:ext uri="{FF2B5EF4-FFF2-40B4-BE49-F238E27FC236}">
                <a16:creationId xmlns:a16="http://schemas.microsoft.com/office/drawing/2014/main" id="{EEFDDDD4-680B-4A1B-AFE9-A7DAF959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343525"/>
            <a:ext cx="542925" cy="371475"/>
          </a:xfrm>
          <a:custGeom xmlns:a="http://schemas.openxmlformats.org/drawingml/2006/main">
            <a:pathLst>
              <a:path w="542925" h="371475">
                <a:moveTo>
                  <a:pt x="542925" y="0"/>
                </a:moveTo>
                <a:lnTo>
                  <a:pt x="542925" y="190500"/>
                </a:lnTo>
                <a:lnTo>
                  <a:pt x="0" y="190500"/>
                </a:ln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dash"/>
          </a:ln>
        </p:spPr>
      </p:sp>
      <p:sp>
        <p:nvSpPr>
          <p:cNvPr id="106" name="knowledge-translation-head">
            <a:extLst xmlns:a="http://schemas.openxmlformats.org/drawingml/2006/main">
              <a:ext uri="{FF2B5EF4-FFF2-40B4-BE49-F238E27FC236}">
                <a16:creationId xmlns:a16="http://schemas.microsoft.com/office/drawing/2014/main" id="{3FE3B306-1C0E-4A57-AEC4-677DABD3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657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107" name="adapter-score-route">
            <a:extLst xmlns:a="http://schemas.openxmlformats.org/drawingml/2006/main">
              <a:ext uri="{FF2B5EF4-FFF2-40B4-BE49-F238E27FC236}">
                <a16:creationId xmlns:a16="http://schemas.microsoft.com/office/drawing/2014/main" id="{86C62514-DBF6-4C72-B69C-41B82601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5343525"/>
            <a:ext cx="38100" cy="371475"/>
          </a:xfrm>
          <a:custGeom xmlns:a="http://schemas.openxmlformats.org/drawingml/2006/main">
            <a:pathLst>
              <a:path w="38100" h="371475">
                <a:moveTo>
                  <a:pt x="38100" y="0"/>
                </a:moveTo>
                <a:lnTo>
                  <a:pt x="38100" y="190500"/>
                </a:lnTo>
                <a:lnTo>
                  <a:pt x="0" y="190500"/>
                </a:ln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dash"/>
          </a:ln>
        </p:spPr>
      </p:sp>
      <p:sp>
        <p:nvSpPr>
          <p:cNvPr id="108" name="adapter-score-head">
            <a:extLst xmlns:a="http://schemas.openxmlformats.org/drawingml/2006/main">
              <a:ext uri="{FF2B5EF4-FFF2-40B4-BE49-F238E27FC236}">
                <a16:creationId xmlns:a16="http://schemas.microsoft.com/office/drawing/2014/main" id="{C6AEADC4-6E9B-4CC6-BBC8-BF48E20A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56578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109" name="realtime-db-route">
            <a:extLst xmlns:a="http://schemas.openxmlformats.org/drawingml/2006/main">
              <a:ext uri="{FF2B5EF4-FFF2-40B4-BE49-F238E27FC236}">
                <a16:creationId xmlns:a16="http://schemas.microsoft.com/office/drawing/2014/main" id="{00C7DCCA-E1C8-4D1F-B57D-36E69092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219825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238125"/>
                </a:lnTo>
                <a:lnTo>
                  <a:pt x="0" y="238125"/>
                </a:ln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dash"/>
          </a:ln>
        </p:spPr>
      </p:sp>
      <p:sp>
        <p:nvSpPr>
          <p:cNvPr id="110" name="realtime-db-head">
            <a:extLst xmlns:a="http://schemas.openxmlformats.org/drawingml/2006/main">
              <a:ext uri="{FF2B5EF4-FFF2-40B4-BE49-F238E27FC236}">
                <a16:creationId xmlns:a16="http://schemas.microsoft.com/office/drawing/2014/main" id="{804AB0C0-0FC0-4A9C-B498-F862595E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11" name="realtime-redis-route">
            <a:extLst xmlns:a="http://schemas.openxmlformats.org/drawingml/2006/main">
              <a:ext uri="{FF2B5EF4-FFF2-40B4-BE49-F238E27FC236}">
                <a16:creationId xmlns:a16="http://schemas.microsoft.com/office/drawing/2014/main" id="{320BE4B7-6842-4997-A104-D597571D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19825"/>
            <a:ext cx="2085975" cy="552450"/>
          </a:xfrm>
          <a:custGeom xmlns:a="http://schemas.openxmlformats.org/drawingml/2006/main">
            <a:pathLst>
              <a:path w="2085975" h="552450">
                <a:moveTo>
                  <a:pt x="0" y="0"/>
                </a:moveTo>
                <a:lnTo>
                  <a:pt x="0" y="238125"/>
                </a:lnTo>
                <a:lnTo>
                  <a:pt x="2085975" y="238125"/>
                </a:lnTo>
                <a:lnTo>
                  <a:pt x="2085975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dash"/>
          </a:ln>
        </p:spPr>
      </p:sp>
      <p:sp>
        <p:nvSpPr>
          <p:cNvPr id="112" name="realtime-redis-head">
            <a:extLst xmlns:a="http://schemas.openxmlformats.org/drawingml/2006/main">
              <a:ext uri="{FF2B5EF4-FFF2-40B4-BE49-F238E27FC236}">
                <a16:creationId xmlns:a16="http://schemas.microsoft.com/office/drawing/2014/main" id="{99A781BE-A6EC-47FD-84F3-CEFD345F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solid"/>
          </a:ln>
        </p:spPr>
      </p:sp>
      <p:sp>
        <p:nvSpPr>
          <p:cNvPr id="113" name="general-db-route">
            <a:extLst xmlns:a="http://schemas.openxmlformats.org/drawingml/2006/main">
              <a:ext uri="{FF2B5EF4-FFF2-40B4-BE49-F238E27FC236}">
                <a16:creationId xmlns:a16="http://schemas.microsoft.com/office/drawing/2014/main" id="{474C6090-25BF-48C3-AF63-A3062EA1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219825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238125"/>
                </a:lnTo>
                <a:lnTo>
                  <a:pt x="0" y="238125"/>
                </a:ln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dash"/>
          </a:ln>
        </p:spPr>
      </p:sp>
      <p:sp>
        <p:nvSpPr>
          <p:cNvPr id="114" name="general-db-head">
            <a:extLst xmlns:a="http://schemas.openxmlformats.org/drawingml/2006/main">
              <a:ext uri="{FF2B5EF4-FFF2-40B4-BE49-F238E27FC236}">
                <a16:creationId xmlns:a16="http://schemas.microsoft.com/office/drawing/2014/main" id="{DD215F2F-3487-4924-9759-1DAC53D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15" name="general-redis-route">
            <a:extLst xmlns:a="http://schemas.openxmlformats.org/drawingml/2006/main">
              <a:ext uri="{FF2B5EF4-FFF2-40B4-BE49-F238E27FC236}">
                <a16:creationId xmlns:a16="http://schemas.microsoft.com/office/drawing/2014/main" id="{4D94990D-EE14-42E1-BB32-D1D937B2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19825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238125"/>
                </a:lnTo>
                <a:lnTo>
                  <a:pt x="0" y="238125"/>
                </a:ln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dash"/>
          </a:ln>
        </p:spPr>
      </p:sp>
      <p:sp>
        <p:nvSpPr>
          <p:cNvPr id="116" name="general-redis-head">
            <a:extLst xmlns:a="http://schemas.openxmlformats.org/drawingml/2006/main">
              <a:ext uri="{FF2B5EF4-FFF2-40B4-BE49-F238E27FC236}">
                <a16:creationId xmlns:a16="http://schemas.microsoft.com/office/drawing/2014/main" id="{CE593C29-7C17-42FF-BCEF-563230A7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17" name="general-oss-route">
            <a:extLst xmlns:a="http://schemas.openxmlformats.org/drawingml/2006/main">
              <a:ext uri="{FF2B5EF4-FFF2-40B4-BE49-F238E27FC236}">
                <a16:creationId xmlns:a16="http://schemas.microsoft.com/office/drawing/2014/main" id="{24502663-5BC8-4014-94B9-7FA802DE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6219825"/>
            <a:ext cx="1847850" cy="552450"/>
          </a:xfrm>
          <a:custGeom xmlns:a="http://schemas.openxmlformats.org/drawingml/2006/main">
            <a:pathLst>
              <a:path w="1847850" h="552450">
                <a:moveTo>
                  <a:pt x="0" y="0"/>
                </a:moveTo>
                <a:lnTo>
                  <a:pt x="0" y="238125"/>
                </a:lnTo>
                <a:lnTo>
                  <a:pt x="1847850" y="238125"/>
                </a:lnTo>
                <a:lnTo>
                  <a:pt x="184785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dash"/>
          </a:ln>
        </p:spPr>
      </p:sp>
      <p:sp>
        <p:nvSpPr>
          <p:cNvPr id="118" name="general-oss-head">
            <a:extLst xmlns:a="http://schemas.openxmlformats.org/drawingml/2006/main">
              <a:ext uri="{FF2B5EF4-FFF2-40B4-BE49-F238E27FC236}">
                <a16:creationId xmlns:a16="http://schemas.microsoft.com/office/drawing/2014/main" id="{753573F7-DA36-4BDB-8AE6-DEB0E630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solid"/>
          </a:ln>
        </p:spPr>
      </p:sp>
      <p:sp>
        <p:nvSpPr>
          <p:cNvPr id="119" name="tts-oss-route">
            <a:extLst xmlns:a="http://schemas.openxmlformats.org/drawingml/2006/main">
              <a:ext uri="{FF2B5EF4-FFF2-40B4-BE49-F238E27FC236}">
                <a16:creationId xmlns:a16="http://schemas.microsoft.com/office/drawing/2014/main" id="{AF96A666-BB6C-4C7C-B2C0-7CD32056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219825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238125"/>
                </a:lnTo>
                <a:lnTo>
                  <a:pt x="0" y="238125"/>
                </a:ln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dash"/>
          </a:ln>
        </p:spPr>
      </p:sp>
      <p:sp>
        <p:nvSpPr>
          <p:cNvPr id="120" name="tts-oss-head">
            <a:extLst xmlns:a="http://schemas.openxmlformats.org/drawingml/2006/main">
              <a:ext uri="{FF2B5EF4-FFF2-40B4-BE49-F238E27FC236}">
                <a16:creationId xmlns:a16="http://schemas.microsoft.com/office/drawing/2014/main" id="{DF163025-D2F2-482B-9492-5AA4FC9B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21" name="tts-rabbit-route">
            <a:extLst xmlns:a="http://schemas.openxmlformats.org/drawingml/2006/main">
              <a:ext uri="{FF2B5EF4-FFF2-40B4-BE49-F238E27FC236}">
                <a16:creationId xmlns:a16="http://schemas.microsoft.com/office/drawing/2014/main" id="{BED4BF1E-4C54-425A-B2FF-4096286D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219825"/>
            <a:ext cx="1914525" cy="552450"/>
          </a:xfrm>
          <a:custGeom xmlns:a="http://schemas.openxmlformats.org/drawingml/2006/main">
            <a:pathLst>
              <a:path w="1914525" h="552450">
                <a:moveTo>
                  <a:pt x="0" y="0"/>
                </a:moveTo>
                <a:lnTo>
                  <a:pt x="0" y="238125"/>
                </a:lnTo>
                <a:lnTo>
                  <a:pt x="1914525" y="238125"/>
                </a:lnTo>
                <a:lnTo>
                  <a:pt x="1914525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dash"/>
          </a:ln>
        </p:spPr>
      </p:sp>
      <p:sp>
        <p:nvSpPr>
          <p:cNvPr id="122" name="tts-rabbit-head">
            <a:extLst xmlns:a="http://schemas.openxmlformats.org/drawingml/2006/main">
              <a:ext uri="{FF2B5EF4-FFF2-40B4-BE49-F238E27FC236}">
                <a16:creationId xmlns:a16="http://schemas.microsoft.com/office/drawing/2014/main" id="{2879E449-DF26-4B5E-AFC7-9FEC445A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solid"/>
          </a:ln>
        </p:spPr>
      </p:sp>
      <p:sp>
        <p:nvSpPr>
          <p:cNvPr id="123" name="translation-rabbit-route">
            <a:extLst xmlns:a="http://schemas.openxmlformats.org/drawingml/2006/main">
              <a:ext uri="{FF2B5EF4-FFF2-40B4-BE49-F238E27FC236}">
                <a16:creationId xmlns:a16="http://schemas.microsoft.com/office/drawing/2014/main" id="{9051DCA8-5037-4848-9604-5ABA61D8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219825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238125"/>
                </a:lnTo>
                <a:lnTo>
                  <a:pt x="0" y="238125"/>
                </a:ln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dash"/>
          </a:ln>
        </p:spPr>
      </p:sp>
      <p:sp>
        <p:nvSpPr>
          <p:cNvPr id="124" name="translation-rabbit-head">
            <a:extLst xmlns:a="http://schemas.openxmlformats.org/drawingml/2006/main">
              <a:ext uri="{FF2B5EF4-FFF2-40B4-BE49-F238E27FC236}">
                <a16:creationId xmlns:a16="http://schemas.microsoft.com/office/drawing/2014/main" id="{543533B9-9547-4F1A-B126-A7C07DCB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25" name="translation-log-route">
            <a:extLst xmlns:a="http://schemas.openxmlformats.org/drawingml/2006/main">
              <a:ext uri="{FF2B5EF4-FFF2-40B4-BE49-F238E27FC236}">
                <a16:creationId xmlns:a16="http://schemas.microsoft.com/office/drawing/2014/main" id="{C1D59E03-566D-4A77-9FA6-E1D48E8A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219825"/>
            <a:ext cx="1638300" cy="552450"/>
          </a:xfrm>
          <a:custGeom xmlns:a="http://schemas.openxmlformats.org/drawingml/2006/main">
            <a:pathLst>
              <a:path w="1638300" h="552450">
                <a:moveTo>
                  <a:pt x="0" y="0"/>
                </a:moveTo>
                <a:lnTo>
                  <a:pt x="0" y="238125"/>
                </a:lnTo>
                <a:lnTo>
                  <a:pt x="1638300" y="238125"/>
                </a:lnTo>
                <a:lnTo>
                  <a:pt x="163830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dash"/>
          </a:ln>
        </p:spPr>
      </p:sp>
      <p:sp>
        <p:nvSpPr>
          <p:cNvPr id="126" name="translation-log-head">
            <a:extLst xmlns:a="http://schemas.openxmlformats.org/drawingml/2006/main">
              <a:ext uri="{FF2B5EF4-FFF2-40B4-BE49-F238E27FC236}">
                <a16:creationId xmlns:a16="http://schemas.microsoft.com/office/drawing/2014/main" id="{B1D7EC23-E3CE-4951-960D-460AAB82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solid"/>
          </a:ln>
        </p:spPr>
      </p:sp>
      <p:sp>
        <p:nvSpPr>
          <p:cNvPr id="127" name="score-log-route">
            <a:extLst xmlns:a="http://schemas.openxmlformats.org/drawingml/2006/main">
              <a:ext uri="{FF2B5EF4-FFF2-40B4-BE49-F238E27FC236}">
                <a16:creationId xmlns:a16="http://schemas.microsoft.com/office/drawing/2014/main" id="{5E7C89D8-6F5E-49C5-A026-7C5A62BF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6219825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238125"/>
                </a:lnTo>
                <a:lnTo>
                  <a:pt x="0" y="238125"/>
                </a:ln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dash"/>
          </a:ln>
        </p:spPr>
      </p:sp>
      <p:sp>
        <p:nvSpPr>
          <p:cNvPr id="128" name="score-log-head">
            <a:extLst xmlns:a="http://schemas.openxmlformats.org/drawingml/2006/main">
              <a:ext uri="{FF2B5EF4-FFF2-40B4-BE49-F238E27FC236}">
                <a16:creationId xmlns:a16="http://schemas.microsoft.com/office/drawing/2014/main" id="{5CB83829-6227-43B9-825D-A1506035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67151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0"/>
                </a:moveTo>
                <a:lnTo>
                  <a:pt x="38100" y="5715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solid"/>
          </a:ln>
        </p:spPr>
      </p:sp>
      <p:sp>
        <p:nvSpPr>
          <p:cNvPr id="129" name="model-return-0">
            <a:extLst xmlns:a="http://schemas.openxmlformats.org/drawingml/2006/main">
              <a:ext uri="{FF2B5EF4-FFF2-40B4-BE49-F238E27FC236}">
                <a16:creationId xmlns:a16="http://schemas.microsoft.com/office/drawing/2014/main" id="{2220E139-0060-4435-90A4-1B0A20D6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2579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57150"/>
                </a:moveTo>
                <a:lnTo>
                  <a:pt x="38100" y="0"/>
                </a:lnTo>
                <a:lnTo>
                  <a:pt x="762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30" name="model-return-1">
            <a:extLst xmlns:a="http://schemas.openxmlformats.org/drawingml/2006/main">
              <a:ext uri="{FF2B5EF4-FFF2-40B4-BE49-F238E27FC236}">
                <a16:creationId xmlns:a16="http://schemas.microsoft.com/office/drawing/2014/main" id="{ABBEA9A1-4947-4852-A4D1-5DE55D76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2579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57150"/>
                </a:moveTo>
                <a:lnTo>
                  <a:pt x="38100" y="0"/>
                </a:lnTo>
                <a:lnTo>
                  <a:pt x="762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31" name="model-return-2">
            <a:extLst xmlns:a="http://schemas.openxmlformats.org/drawingml/2006/main">
              <a:ext uri="{FF2B5EF4-FFF2-40B4-BE49-F238E27FC236}">
                <a16:creationId xmlns:a16="http://schemas.microsoft.com/office/drawing/2014/main" id="{2CADDA2B-C8C3-483B-BBA0-4B013976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2579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57150"/>
                </a:moveTo>
                <a:lnTo>
                  <a:pt x="38100" y="0"/>
                </a:lnTo>
                <a:lnTo>
                  <a:pt x="762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32" name="model-return-3">
            <a:extLst xmlns:a="http://schemas.openxmlformats.org/drawingml/2006/main">
              <a:ext uri="{FF2B5EF4-FFF2-40B4-BE49-F238E27FC236}">
                <a16:creationId xmlns:a16="http://schemas.microsoft.com/office/drawing/2014/main" id="{DC460EC6-D4B8-4E98-9116-2DA50461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62579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57150"/>
                </a:moveTo>
                <a:lnTo>
                  <a:pt x="38100" y="0"/>
                </a:lnTo>
                <a:lnTo>
                  <a:pt x="762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33" name="model-return-4">
            <a:extLst xmlns:a="http://schemas.openxmlformats.org/drawingml/2006/main">
              <a:ext uri="{FF2B5EF4-FFF2-40B4-BE49-F238E27FC236}">
                <a16:creationId xmlns:a16="http://schemas.microsoft.com/office/drawing/2014/main" id="{98A534A2-7188-4983-A397-506C52E8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62579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57150"/>
                </a:moveTo>
                <a:lnTo>
                  <a:pt x="38100" y="0"/>
                </a:lnTo>
                <a:lnTo>
                  <a:pt x="762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34" name="model-return-5">
            <a:extLst xmlns:a="http://schemas.openxmlformats.org/drawingml/2006/main">
              <a:ext uri="{FF2B5EF4-FFF2-40B4-BE49-F238E27FC236}">
                <a16:creationId xmlns:a16="http://schemas.microsoft.com/office/drawing/2014/main" id="{FFB0C27F-61A3-4236-B137-60B8C0CA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6257925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57150"/>
                </a:moveTo>
                <a:lnTo>
                  <a:pt x="38100" y="0"/>
                </a:lnTo>
                <a:lnTo>
                  <a:pt x="762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C6A68"/>
            </a:solidFill>
            <a:prstDash val="solid"/>
          </a:ln>
        </p:spPr>
      </p:sp>
      <p:sp>
        <p:nvSpPr>
          <p:cNvPr id="135" name="eyebrow">
            <a:extLst xmlns:a="http://schemas.openxmlformats.org/drawingml/2006/main">
              <a:ext uri="{FF2B5EF4-FFF2-40B4-BE49-F238E27FC236}">
                <a16:creationId xmlns:a16="http://schemas.microsoft.com/office/drawing/2014/main" id="{4228FB26-00D9-4871-ABCA-BF63B9A6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1" b="1">
                <a:solidFill>
                  <a:srgbClr val="222323"/>
                </a:solidFill>
                <a:latin typeface="Arial"/>
                <a:ea typeface="Arial"/>
                <a:cs typeface="Arial"/>
              </a:defRPr>
            </a:pPr>
            <a:r>
              <a:rPr sz="1211" b="1">
                <a:solidFill>
                  <a:srgbClr val="222323"/>
                </a:solidFill>
                <a:latin typeface="Arial"/>
                <a:ea typeface="Arial"/>
                <a:cs typeface="Arial"/>
              </a:rPr>
              <a:t>S Y S T E M   A R C H I T E C T U R E</a:t>
            </a:r>
          </a:p>
        </p:txBody>
      </p:sp>
      <p:sp>
        <p:nvSpPr>
          <p:cNvPr id="136" name="main-title">
            <a:extLst xmlns:a="http://schemas.openxmlformats.org/drawingml/2006/main">
              <a:ext uri="{FF2B5EF4-FFF2-40B4-BE49-F238E27FC236}">
                <a16:creationId xmlns:a16="http://schemas.microsoft.com/office/drawing/2014/main" id="{BCAC4BAF-2DC8-4070-9D30-2ADB9D4C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90" b="1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3990" b="1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UniSpeaking 系统架构图</a:t>
            </a:r>
          </a:p>
        </p:txBody>
      </p:sp>
      <p:sp>
        <p:nvSpPr>
          <p:cNvPr id="137" name="client-web">
            <a:extLst xmlns:a="http://schemas.openxmlformats.org/drawingml/2006/main">
              <a:ext uri="{FF2B5EF4-FFF2-40B4-BE49-F238E27FC236}">
                <a16:creationId xmlns:a16="http://schemas.microsoft.com/office/drawing/2014/main" id="{5AFF03CF-C9FA-4BC6-B86D-7851E9D9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76400"/>
            <a:ext cx="220980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D2CBC1"/>
            </a:solidFill>
            <a:prstDash val="solid"/>
          </a:ln>
        </p:spPr>
      </p:sp>
      <p:sp>
        <p:nvSpPr>
          <p:cNvPr id="138" name="client-mobile">
            <a:extLst xmlns:a="http://schemas.openxmlformats.org/drawingml/2006/main">
              <a:ext uri="{FF2B5EF4-FFF2-40B4-BE49-F238E27FC236}">
                <a16:creationId xmlns:a16="http://schemas.microsoft.com/office/drawing/2014/main" id="{57225D5E-4787-4959-B4A2-B50E59F1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76400"/>
            <a:ext cx="26098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D2CBC1"/>
            </a:solidFill>
            <a:prstDash val="solid"/>
          </a:ln>
        </p:spPr>
      </p:sp>
      <p:sp>
        <p:nvSpPr>
          <p:cNvPr id="139" name="client-admin">
            <a:extLst xmlns:a="http://schemas.openxmlformats.org/drawingml/2006/main">
              <a:ext uri="{FF2B5EF4-FFF2-40B4-BE49-F238E27FC236}">
                <a16:creationId xmlns:a16="http://schemas.microsoft.com/office/drawing/2014/main" id="{3CA81F7C-FEA7-41A8-99C0-EC6B41B2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1676400"/>
            <a:ext cx="2619375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D2CBC1"/>
            </a:solidFill>
            <a:prstDash val="solid"/>
          </a:ln>
        </p:spPr>
      </p:sp>
      <p:sp>
        <p:nvSpPr>
          <p:cNvPr id="140" name="web-icon-circle">
            <a:extLst xmlns:a="http://schemas.openxmlformats.org/drawingml/2006/main">
              <a:ext uri="{FF2B5EF4-FFF2-40B4-BE49-F238E27FC236}">
                <a16:creationId xmlns:a16="http://schemas.microsoft.com/office/drawing/2014/main" id="{580234D8-43E4-4D2E-A31D-62D2A899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526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2532F"/>
            </a:solidFill>
            <a:prstDash val="solid"/>
          </a:ln>
        </p:spPr>
      </p:sp>
      <p:sp>
        <p:nvSpPr>
          <p:cNvPr id="141" name="web-icon-meridian">
            <a:extLst xmlns:a="http://schemas.openxmlformats.org/drawingml/2006/main">
              <a:ext uri="{FF2B5EF4-FFF2-40B4-BE49-F238E27FC236}">
                <a16:creationId xmlns:a16="http://schemas.microsoft.com/office/drawing/2014/main" id="{314422BE-EF14-44FC-B711-4EA8CE86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873" y="1752600"/>
            <a:ext cx="154305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142" name="web-icon-equator">
            <a:extLst xmlns:a="http://schemas.openxmlformats.org/drawingml/2006/main">
              <a:ext uri="{FF2B5EF4-FFF2-40B4-BE49-F238E27FC236}">
                <a16:creationId xmlns:a16="http://schemas.microsoft.com/office/drawing/2014/main" id="{2FCD1C55-B29D-4A06-8893-584E6406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240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143" name="web-icon-lat1">
            <a:extLst xmlns:a="http://schemas.openxmlformats.org/drawingml/2006/main">
              <a:ext uri="{FF2B5EF4-FFF2-40B4-BE49-F238E27FC236}">
                <a16:creationId xmlns:a16="http://schemas.microsoft.com/office/drawing/2014/main" id="{8E6371E1-D829-435D-B94B-739DE44C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46898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144" name="web-icon-lat2">
            <a:extLst xmlns:a="http://schemas.openxmlformats.org/drawingml/2006/main">
              <a:ext uri="{FF2B5EF4-FFF2-40B4-BE49-F238E27FC236}">
                <a16:creationId xmlns:a16="http://schemas.microsoft.com/office/drawing/2014/main" id="{E662D341-BA38-4D51-BF04-E26A7BC6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01203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145" name="mobile-icon-body">
            <a:extLst xmlns:a="http://schemas.openxmlformats.org/drawingml/2006/main">
              <a:ext uri="{FF2B5EF4-FFF2-40B4-BE49-F238E27FC236}">
                <a16:creationId xmlns:a16="http://schemas.microsoft.com/office/drawing/2014/main" id="{EF43800A-3D11-484A-90D2-235B725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190500" cy="3429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F2532F"/>
            </a:solidFill>
            <a:prstDash val="solid"/>
          </a:ln>
        </p:spPr>
      </p:sp>
      <p:sp>
        <p:nvSpPr>
          <p:cNvPr id="146" name="mobile-icon-top">
            <a:extLst xmlns:a="http://schemas.openxmlformats.org/drawingml/2006/main">
              <a:ext uri="{FF2B5EF4-FFF2-40B4-BE49-F238E27FC236}">
                <a16:creationId xmlns:a16="http://schemas.microsoft.com/office/drawing/2014/main" id="{D7C1D432-F501-483E-B2F1-DD5A9F90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335" y="1800225"/>
            <a:ext cx="68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F2532F"/>
            </a:solidFill>
            <a:prstDash val="solid"/>
          </a:ln>
        </p:spPr>
      </p:sp>
      <p:sp>
        <p:nvSpPr>
          <p:cNvPr id="147" name="mobile-icon-home">
            <a:extLst xmlns:a="http://schemas.openxmlformats.org/drawingml/2006/main">
              <a:ext uri="{FF2B5EF4-FFF2-40B4-BE49-F238E27FC236}">
                <a16:creationId xmlns:a16="http://schemas.microsoft.com/office/drawing/2014/main" id="{ADD8BA78-51CA-4B05-BFBB-39606F27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290" y="2028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0">
            <a:solidFill>
              <a:srgbClr val="F2532F"/>
            </a:solidFill>
            <a:prstDash val="solid"/>
          </a:ln>
        </p:spPr>
      </p:sp>
      <p:sp>
        <p:nvSpPr>
          <p:cNvPr id="148" name="admin-icon-frame">
            <a:extLst xmlns:a="http://schemas.openxmlformats.org/drawingml/2006/main">
              <a:ext uri="{FF2B5EF4-FFF2-40B4-BE49-F238E27FC236}">
                <a16:creationId xmlns:a16="http://schemas.microsoft.com/office/drawing/2014/main" id="{F751382B-193E-4BCC-A73F-BB7EB4BB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1781175"/>
            <a:ext cx="342900" cy="276225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F2532F"/>
            </a:solidFill>
            <a:prstDash val="solid"/>
          </a:ln>
        </p:spPr>
      </p:sp>
      <p:sp>
        <p:nvSpPr>
          <p:cNvPr id="149" name="admin-icon-bar">
            <a:extLst xmlns:a="http://schemas.openxmlformats.org/drawingml/2006/main">
              <a:ext uri="{FF2B5EF4-FFF2-40B4-BE49-F238E27FC236}">
                <a16:creationId xmlns:a16="http://schemas.microsoft.com/office/drawing/2014/main" id="{80751625-B23A-4440-B348-931ADF89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18478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532F"/>
            </a:solidFill>
            <a:prstDash val="solid"/>
          </a:ln>
        </p:spPr>
      </p:sp>
      <p:sp>
        <p:nvSpPr>
          <p:cNvPr id="150" name="admin-icon-gear">
            <a:extLst xmlns:a="http://schemas.openxmlformats.org/drawingml/2006/main">
              <a:ext uri="{FF2B5EF4-FFF2-40B4-BE49-F238E27FC236}">
                <a16:creationId xmlns:a16="http://schemas.microsoft.com/office/drawing/2014/main" id="{DEB72198-3607-41CC-9C28-6E1A27D1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1565" y="1895475"/>
            <a:ext cx="102870" cy="102870"/>
          </a:xfrm>
          <a:prstGeom xmlns:a="http://schemas.openxmlformats.org/drawingml/2006/main" prst="gear6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F2532F"/>
            </a:solidFill>
            <a:prstDash val="solid"/>
          </a:ln>
        </p:spPr>
      </p:sp>
      <p:sp>
        <p:nvSpPr>
          <p:cNvPr id="151" name="client-web-text">
            <a:extLst xmlns:a="http://schemas.openxmlformats.org/drawingml/2006/main">
              <a:ext uri="{FF2B5EF4-FFF2-40B4-BE49-F238E27FC236}">
                <a16:creationId xmlns:a16="http://schemas.microsoft.com/office/drawing/2014/main" id="{697E86C6-49BA-48FA-8760-7968390F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62125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Web</a:t>
            </a:r>
          </a:p>
        </p:txBody>
      </p:sp>
      <p:sp>
        <p:nvSpPr>
          <p:cNvPr id="152" name="client-mobile-text">
            <a:extLst xmlns:a="http://schemas.openxmlformats.org/drawingml/2006/main">
              <a:ext uri="{FF2B5EF4-FFF2-40B4-BE49-F238E27FC236}">
                <a16:creationId xmlns:a16="http://schemas.microsoft.com/office/drawing/2014/main" id="{C2FE0BE4-09FD-4548-BDBA-65F43E40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762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4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354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移动端 App</a:t>
            </a:r>
          </a:p>
        </p:txBody>
      </p:sp>
      <p:sp>
        <p:nvSpPr>
          <p:cNvPr id="153" name="client-admin-text">
            <a:extLst xmlns:a="http://schemas.openxmlformats.org/drawingml/2006/main">
              <a:ext uri="{FF2B5EF4-FFF2-40B4-BE49-F238E27FC236}">
                <a16:creationId xmlns:a16="http://schemas.microsoft.com/office/drawing/2014/main" id="{6EB55029-5CC6-48B5-A5CC-84D8D880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1762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4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354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管理后台</a:t>
            </a:r>
          </a:p>
        </p:txBody>
      </p:sp>
      <p:sp>
        <p:nvSpPr>
          <p:cNvPr id="154" name="nginx-card">
            <a:extLst xmlns:a="http://schemas.openxmlformats.org/drawingml/2006/main">
              <a:ext uri="{FF2B5EF4-FFF2-40B4-BE49-F238E27FC236}">
                <a16:creationId xmlns:a16="http://schemas.microsoft.com/office/drawing/2014/main" id="{AA98ABAC-CC64-42CB-9060-0C5B7D5B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19375"/>
            <a:ext cx="5429250" cy="504825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D2CBC1"/>
            </a:solidFill>
            <a:prstDash val="solid"/>
          </a:ln>
        </p:spPr>
      </p:sp>
      <p:sp>
        <p:nvSpPr>
          <p:cNvPr id="155" name="nginx-hex">
            <a:extLst xmlns:a="http://schemas.openxmlformats.org/drawingml/2006/main">
              <a:ext uri="{FF2B5EF4-FFF2-40B4-BE49-F238E27FC236}">
                <a16:creationId xmlns:a16="http://schemas.microsoft.com/office/drawing/2014/main" id="{13BB8574-8971-48B3-9147-51ADF717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95275" cy="323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68D89"/>
          </a:solidFill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156" name="nginx-n">
            <a:extLst xmlns:a="http://schemas.openxmlformats.org/drawingml/2006/main">
              <a:ext uri="{FF2B5EF4-FFF2-40B4-BE49-F238E27FC236}">
                <a16:creationId xmlns:a16="http://schemas.microsoft.com/office/drawing/2014/main" id="{DD42572D-C9E6-4F68-BC75-714038B4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4" b="1">
                <a:solidFill>
                  <a:srgbClr val="FCFAF6"/>
                </a:solidFill>
                <a:latin typeface="Arial"/>
                <a:ea typeface="Arial"/>
                <a:cs typeface="Arial"/>
              </a:defRPr>
            </a:pPr>
            <a:r>
              <a:rPr sz="1354" b="1">
                <a:solidFill>
                  <a:srgbClr val="FCFAF6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7" name="nginx-title">
            <a:extLst xmlns:a="http://schemas.openxmlformats.org/drawingml/2006/main">
              <a:ext uri="{FF2B5EF4-FFF2-40B4-BE49-F238E27FC236}">
                <a16:creationId xmlns:a16="http://schemas.microsoft.com/office/drawing/2014/main" id="{09CCCC98-BDBC-4736-BFE7-5D3D8981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574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11" b="1">
                <a:solidFill>
                  <a:srgbClr val="222323"/>
                </a:solidFill>
                <a:latin typeface="Arial"/>
                <a:ea typeface="Arial"/>
                <a:cs typeface="Arial"/>
              </a:defRPr>
            </a:pPr>
            <a:r>
              <a:rPr sz="1211" b="1">
                <a:solidFill>
                  <a:srgbClr val="222323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158" name="nginx-desc">
            <a:extLst xmlns:a="http://schemas.openxmlformats.org/drawingml/2006/main">
              <a:ext uri="{FF2B5EF4-FFF2-40B4-BE49-F238E27FC236}">
                <a16:creationId xmlns:a16="http://schemas.microsoft.com/office/drawing/2014/main" id="{3D159CE3-3E00-43D7-9EFA-63785715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6702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98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98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HTTPS / 反向代理 / 路由 / 限流 / 跨域</a:t>
            </a:r>
          </a:p>
        </p:txBody>
      </p:sp>
      <p:sp>
        <p:nvSpPr>
          <p:cNvPr id="159" name="business-auth">
            <a:extLst xmlns:a="http://schemas.openxmlformats.org/drawingml/2006/main">
              <a:ext uri="{FF2B5EF4-FFF2-40B4-BE49-F238E27FC236}">
                <a16:creationId xmlns:a16="http://schemas.microsoft.com/office/drawing/2014/main" id="{755C1614-C219-4639-878A-3CC2561E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33775"/>
            <a:ext cx="10572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60" name="business-user">
            <a:extLst xmlns:a="http://schemas.openxmlformats.org/drawingml/2006/main">
              <a:ext uri="{FF2B5EF4-FFF2-40B4-BE49-F238E27FC236}">
                <a16:creationId xmlns:a16="http://schemas.microsoft.com/office/drawing/2014/main" id="{34B12FDB-7B0F-42C6-9614-216DC845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33775"/>
            <a:ext cx="10572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61" name="business-member">
            <a:extLst xmlns:a="http://schemas.openxmlformats.org/drawingml/2006/main">
              <a:ext uri="{FF2B5EF4-FFF2-40B4-BE49-F238E27FC236}">
                <a16:creationId xmlns:a16="http://schemas.microsoft.com/office/drawing/2014/main" id="{3B3022FE-810E-4789-A478-7A5CBDAF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33775"/>
            <a:ext cx="12763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62" name="business-scene">
            <a:extLst xmlns:a="http://schemas.openxmlformats.org/drawingml/2006/main">
              <a:ext uri="{FF2B5EF4-FFF2-40B4-BE49-F238E27FC236}">
                <a16:creationId xmlns:a16="http://schemas.microsoft.com/office/drawing/2014/main" id="{38C093B3-C2ED-40A9-9AE3-509250F5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33775"/>
            <a:ext cx="10572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63" name="business-session">
            <a:extLst xmlns:a="http://schemas.openxmlformats.org/drawingml/2006/main">
              <a:ext uri="{FF2B5EF4-FFF2-40B4-BE49-F238E27FC236}">
                <a16:creationId xmlns:a16="http://schemas.microsoft.com/office/drawing/2014/main" id="{88BFCD33-E06E-460B-A382-CFBB9834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33775"/>
            <a:ext cx="11715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64" name="business-realtime">
            <a:extLst xmlns:a="http://schemas.openxmlformats.org/drawingml/2006/main">
              <a:ext uri="{FF2B5EF4-FFF2-40B4-BE49-F238E27FC236}">
                <a16:creationId xmlns:a16="http://schemas.microsoft.com/office/drawing/2014/main" id="{1CD61071-A63B-4ADB-B5A4-666A803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33775"/>
            <a:ext cx="15049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65" name="business-learning">
            <a:extLst xmlns:a="http://schemas.openxmlformats.org/drawingml/2006/main">
              <a:ext uri="{FF2B5EF4-FFF2-40B4-BE49-F238E27FC236}">
                <a16:creationId xmlns:a16="http://schemas.microsoft.com/office/drawing/2014/main" id="{1B20B756-D451-4924-B716-32CFB96B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533775"/>
            <a:ext cx="11239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66" name="business-rating">
            <a:extLst xmlns:a="http://schemas.openxmlformats.org/drawingml/2006/main">
              <a:ext uri="{FF2B5EF4-FFF2-40B4-BE49-F238E27FC236}">
                <a16:creationId xmlns:a16="http://schemas.microsoft.com/office/drawing/2014/main" id="{60EB71F8-765A-46F3-A8F8-56E24D31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533775"/>
            <a:ext cx="95250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67" name="business-growth">
            <a:extLst xmlns:a="http://schemas.openxmlformats.org/drawingml/2006/main">
              <a:ext uri="{FF2B5EF4-FFF2-40B4-BE49-F238E27FC236}">
                <a16:creationId xmlns:a16="http://schemas.microsoft.com/office/drawing/2014/main" id="{5458CDE0-158D-4364-8E53-77A0369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3533775"/>
            <a:ext cx="111442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8573">
            <a:solidFill>
              <a:srgbClr val="D2CBC1"/>
            </a:solidFill>
            <a:prstDash val="solid"/>
          </a:ln>
        </p:spPr>
      </p:sp>
      <p:sp>
        <p:nvSpPr>
          <p:cNvPr id="168" name="auth-icon-outline">
            <a:extLst xmlns:a="http://schemas.openxmlformats.org/drawingml/2006/main">
              <a:ext uri="{FF2B5EF4-FFF2-40B4-BE49-F238E27FC236}">
                <a16:creationId xmlns:a16="http://schemas.microsoft.com/office/drawing/2014/main" id="{0CE4A455-D905-4371-8DB0-FFA95B83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00450"/>
            <a:ext cx="257175" cy="295275"/>
          </a:xfrm>
          <a:custGeom xmlns:a="http://schemas.openxmlformats.org/drawingml/2006/main">
            <a:pathLst>
              <a:path w="257175" h="295275">
                <a:moveTo>
                  <a:pt x="128588" y="0"/>
                </a:moveTo>
                <a:lnTo>
                  <a:pt x="257175" y="47625"/>
                </a:lnTo>
                <a:lnTo>
                  <a:pt x="238125" y="183071"/>
                </a:lnTo>
                <a:lnTo>
                  <a:pt x="128588" y="295275"/>
                </a:lnTo>
                <a:lnTo>
                  <a:pt x="19050" y="183071"/>
                </a:lnTo>
                <a:lnTo>
                  <a:pt x="0" y="47625"/>
                </a:lnTo>
                <a:lnTo>
                  <a:pt x="1285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323"/>
            </a:solidFill>
            <a:prstDash val="solid"/>
          </a:ln>
        </p:spPr>
      </p:sp>
      <p:sp>
        <p:nvSpPr>
          <p:cNvPr id="169" name="auth-icon-head">
            <a:extLst xmlns:a="http://schemas.openxmlformats.org/drawingml/2006/main">
              <a:ext uri="{FF2B5EF4-FFF2-40B4-BE49-F238E27FC236}">
                <a16:creationId xmlns:a16="http://schemas.microsoft.com/office/drawing/2014/main" id="{9EF8D55B-266D-4F6E-A5B5-6FEF5829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048" y="3668363"/>
            <a:ext cx="56579" cy="5657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170" name="auth-icon-body">
            <a:extLst xmlns:a="http://schemas.openxmlformats.org/drawingml/2006/main">
              <a:ext uri="{FF2B5EF4-FFF2-40B4-BE49-F238E27FC236}">
                <a16:creationId xmlns:a16="http://schemas.microsoft.com/office/drawing/2014/main" id="{92E3AB5E-CE87-4C8A-B152-6DA92E54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903" y="3765804"/>
            <a:ext cx="102870" cy="41338"/>
          </a:xfrm>
          <a:custGeom xmlns:a="http://schemas.openxmlformats.org/drawingml/2006/main">
            <a:pathLst>
              <a:path w="102870" h="41338">
                <a:moveTo>
                  <a:pt x="0" y="41338"/>
                </a:moveTo>
                <a:lnTo>
                  <a:pt x="15431" y="0"/>
                </a:lnTo>
                <a:lnTo>
                  <a:pt x="87439" y="0"/>
                </a:lnTo>
                <a:lnTo>
                  <a:pt x="102870" y="41338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171" name="user-icon-head">
            <a:extLst xmlns:a="http://schemas.openxmlformats.org/drawingml/2006/main">
              <a:ext uri="{FF2B5EF4-FFF2-40B4-BE49-F238E27FC236}">
                <a16:creationId xmlns:a16="http://schemas.microsoft.com/office/drawing/2014/main" id="{166E1BA6-EE5A-4CA3-804E-2170E7DD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42" y="3600450"/>
            <a:ext cx="99441" cy="9944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323"/>
            </a:solidFill>
            <a:prstDash val="solid"/>
          </a:ln>
        </p:spPr>
      </p:sp>
      <p:sp>
        <p:nvSpPr>
          <p:cNvPr id="172" name="user-icon-body">
            <a:extLst xmlns:a="http://schemas.openxmlformats.org/drawingml/2006/main">
              <a:ext uri="{FF2B5EF4-FFF2-40B4-BE49-F238E27FC236}">
                <a16:creationId xmlns:a16="http://schemas.microsoft.com/office/drawing/2014/main" id="{D9D8D1C1-662E-4E80-B483-3BDDC06E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37610"/>
            <a:ext cx="276225" cy="167640"/>
          </a:xfrm>
          <a:custGeom xmlns:a="http://schemas.openxmlformats.org/drawingml/2006/main">
            <a:pathLst>
              <a:path w="276225" h="167640">
                <a:moveTo>
                  <a:pt x="0" y="167640"/>
                </a:moveTo>
                <a:lnTo>
                  <a:pt x="19050" y="51816"/>
                </a:lnTo>
                <a:lnTo>
                  <a:pt x="82867" y="0"/>
                </a:lnTo>
                <a:lnTo>
                  <a:pt x="193358" y="0"/>
                </a:lnTo>
                <a:lnTo>
                  <a:pt x="257175" y="51816"/>
                </a:lnTo>
                <a:lnTo>
                  <a:pt x="276225" y="16764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2323"/>
            </a:solidFill>
            <a:prstDash val="solid"/>
          </a:ln>
        </p:spPr>
      </p:sp>
      <p:sp>
        <p:nvSpPr>
          <p:cNvPr id="173" name="member-icon-crown">
            <a:extLst xmlns:a="http://schemas.openxmlformats.org/drawingml/2006/main">
              <a:ext uri="{FF2B5EF4-FFF2-40B4-BE49-F238E27FC236}">
                <a16:creationId xmlns:a16="http://schemas.microsoft.com/office/drawing/2014/main" id="{C2269F25-F435-4433-BD89-754EFC3C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00450"/>
            <a:ext cx="323850" cy="238125"/>
          </a:xfrm>
          <a:custGeom xmlns:a="http://schemas.openxmlformats.org/drawingml/2006/main">
            <a:pathLst>
              <a:path w="323850" h="238125">
                <a:moveTo>
                  <a:pt x="0" y="171450"/>
                </a:moveTo>
                <a:lnTo>
                  <a:pt x="38100" y="47625"/>
                </a:lnTo>
                <a:lnTo>
                  <a:pt x="104775" y="123825"/>
                </a:lnTo>
                <a:lnTo>
                  <a:pt x="161925" y="0"/>
                </a:lnTo>
                <a:lnTo>
                  <a:pt x="219075" y="123825"/>
                </a:lnTo>
                <a:lnTo>
                  <a:pt x="285750" y="47625"/>
                </a:lnTo>
                <a:lnTo>
                  <a:pt x="323850" y="171450"/>
                </a:lnTo>
                <a:lnTo>
                  <a:pt x="295275" y="238125"/>
                </a:lnTo>
                <a:lnTo>
                  <a:pt x="28575" y="2381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22323"/>
            </a:solidFill>
            <a:prstDash val="solid"/>
          </a:ln>
        </p:spPr>
      </p:sp>
      <p:sp>
        <p:nvSpPr>
          <p:cNvPr id="174" name="member-icon-card">
            <a:extLst xmlns:a="http://schemas.openxmlformats.org/drawingml/2006/main">
              <a:ext uri="{FF2B5EF4-FFF2-40B4-BE49-F238E27FC236}">
                <a16:creationId xmlns:a16="http://schemas.microsoft.com/office/drawing/2014/main" id="{D71F60DC-C4A5-4FE5-A6AF-F7F073BA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480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323"/>
            </a:solidFill>
            <a:prstDash val="solid"/>
          </a:ln>
        </p:spPr>
      </p:sp>
      <p:sp>
        <p:nvSpPr>
          <p:cNvPr id="175" name="member-icon-dot">
            <a:extLst xmlns:a="http://schemas.openxmlformats.org/drawingml/2006/main">
              <a:ext uri="{FF2B5EF4-FFF2-40B4-BE49-F238E27FC236}">
                <a16:creationId xmlns:a16="http://schemas.microsoft.com/office/drawing/2014/main" id="{B2CB2DC6-4597-4C73-87D8-7AE6A96C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433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323"/>
          </a:solidFill>
          <a:ln xmlns:a="http://schemas.openxmlformats.org/drawingml/2006/main" w="0">
            <a:solidFill>
              <a:srgbClr val="222323"/>
            </a:solidFill>
            <a:prstDash val="solid"/>
          </a:ln>
        </p:spPr>
      </p:sp>
      <p:sp>
        <p:nvSpPr>
          <p:cNvPr id="176" name="scene-icon-q0">
            <a:extLst xmlns:a="http://schemas.openxmlformats.org/drawingml/2006/main">
              <a:ext uri="{FF2B5EF4-FFF2-40B4-BE49-F238E27FC236}">
                <a16:creationId xmlns:a16="http://schemas.microsoft.com/office/drawing/2014/main" id="{70056753-97D5-4ED2-8F8D-17CEC87C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19500"/>
            <a:ext cx="112205" cy="112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323"/>
            </a:solidFill>
            <a:prstDash val="solid"/>
          </a:ln>
        </p:spPr>
      </p:sp>
      <p:sp>
        <p:nvSpPr>
          <p:cNvPr id="177" name="scene-icon-q1">
            <a:extLst xmlns:a="http://schemas.openxmlformats.org/drawingml/2006/main">
              <a:ext uri="{FF2B5EF4-FFF2-40B4-BE49-F238E27FC236}">
                <a16:creationId xmlns:a16="http://schemas.microsoft.com/office/drawing/2014/main" id="{51730A8F-486C-4819-B09C-A974015E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505" y="3619500"/>
            <a:ext cx="112205" cy="112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323"/>
            </a:solidFill>
            <a:prstDash val="solid"/>
          </a:ln>
        </p:spPr>
      </p:sp>
      <p:sp>
        <p:nvSpPr>
          <p:cNvPr id="178" name="scene-icon-q2">
            <a:extLst xmlns:a="http://schemas.openxmlformats.org/drawingml/2006/main">
              <a:ext uri="{FF2B5EF4-FFF2-40B4-BE49-F238E27FC236}">
                <a16:creationId xmlns:a16="http://schemas.microsoft.com/office/drawing/2014/main" id="{4DD35685-34D2-4383-8036-F3A9EE79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98379"/>
            <a:ext cx="112205" cy="112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323"/>
            </a:solidFill>
            <a:prstDash val="solid"/>
          </a:ln>
        </p:spPr>
      </p:sp>
      <p:sp>
        <p:nvSpPr>
          <p:cNvPr id="179" name="scene-icon-q3">
            <a:extLst xmlns:a="http://schemas.openxmlformats.org/drawingml/2006/main">
              <a:ext uri="{FF2B5EF4-FFF2-40B4-BE49-F238E27FC236}">
                <a16:creationId xmlns:a16="http://schemas.microsoft.com/office/drawing/2014/main" id="{C018224F-BE7D-4364-8BCF-E1E1133F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505" y="3798379"/>
            <a:ext cx="112205" cy="112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22323"/>
            </a:solidFill>
            <a:prstDash val="solid"/>
          </a:ln>
        </p:spPr>
      </p:sp>
      <p:sp>
        <p:nvSpPr>
          <p:cNvPr id="180" name="session-icon-bubble">
            <a:extLst xmlns:a="http://schemas.openxmlformats.org/drawingml/2006/main">
              <a:ext uri="{FF2B5EF4-FFF2-40B4-BE49-F238E27FC236}">
                <a16:creationId xmlns:a16="http://schemas.microsoft.com/office/drawing/2014/main" id="{DEA87BE1-1710-4525-82E5-BEE03DA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09975"/>
            <a:ext cx="371475" cy="219075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222323"/>
            </a:solidFill>
            <a:prstDash val="solid"/>
          </a:ln>
        </p:spPr>
      </p:sp>
      <p:sp>
        <p:nvSpPr>
          <p:cNvPr id="181" name="session-icon-tail">
            <a:extLst xmlns:a="http://schemas.openxmlformats.org/drawingml/2006/main">
              <a:ext uri="{FF2B5EF4-FFF2-40B4-BE49-F238E27FC236}">
                <a16:creationId xmlns:a16="http://schemas.microsoft.com/office/drawing/2014/main" id="{2BB38232-5F85-48B1-BACD-1241050C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9525"/>
            <a:ext cx="85725" cy="76200"/>
          </a:xfrm>
          <a:custGeom xmlns:a="http://schemas.openxmlformats.org/drawingml/2006/main">
            <a:pathLst>
              <a:path w="85725" h="76200">
                <a:moveTo>
                  <a:pt x="0" y="0"/>
                </a:moveTo>
                <a:lnTo>
                  <a:pt x="0" y="76200"/>
                </a:ln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22323"/>
            </a:solidFill>
            <a:prstDash val="solid"/>
          </a:ln>
        </p:spPr>
      </p:sp>
      <p:sp>
        <p:nvSpPr>
          <p:cNvPr id="182" name="session-icon-dot0">
            <a:extLst xmlns:a="http://schemas.openxmlformats.org/drawingml/2006/main">
              <a:ext uri="{FF2B5EF4-FFF2-40B4-BE49-F238E27FC236}">
                <a16:creationId xmlns:a16="http://schemas.microsoft.com/office/drawing/2014/main" id="{92C21667-AC72-4066-AAC8-603D7C95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242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323"/>
          </a:solidFill>
          <a:ln xmlns:a="http://schemas.openxmlformats.org/drawingml/2006/main" w="0">
            <a:solidFill>
              <a:srgbClr val="222323"/>
            </a:solidFill>
            <a:prstDash val="solid"/>
          </a:ln>
        </p:spPr>
      </p:sp>
      <p:sp>
        <p:nvSpPr>
          <p:cNvPr id="183" name="session-icon-dot1">
            <a:extLst xmlns:a="http://schemas.openxmlformats.org/drawingml/2006/main">
              <a:ext uri="{FF2B5EF4-FFF2-40B4-BE49-F238E27FC236}">
                <a16:creationId xmlns:a16="http://schemas.microsoft.com/office/drawing/2014/main" id="{15175844-56DA-45ED-8580-E2C72317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242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323"/>
          </a:solidFill>
          <a:ln xmlns:a="http://schemas.openxmlformats.org/drawingml/2006/main" w="0">
            <a:solidFill>
              <a:srgbClr val="222323"/>
            </a:solidFill>
            <a:prstDash val="solid"/>
          </a:ln>
        </p:spPr>
      </p:sp>
      <p:sp>
        <p:nvSpPr>
          <p:cNvPr id="184" name="session-icon-dot2">
            <a:extLst xmlns:a="http://schemas.openxmlformats.org/drawingml/2006/main">
              <a:ext uri="{FF2B5EF4-FFF2-40B4-BE49-F238E27FC236}">
                <a16:creationId xmlns:a16="http://schemas.microsoft.com/office/drawing/2014/main" id="{AADE7550-89C6-47B0-937C-7A1CDA25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242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323"/>
          </a:solidFill>
          <a:ln xmlns:a="http://schemas.openxmlformats.org/drawingml/2006/main" w="0">
            <a:solidFill>
              <a:srgbClr val="222323"/>
            </a:solidFill>
            <a:prstDash val="solid"/>
          </a:ln>
        </p:spPr>
      </p:sp>
      <p:sp>
        <p:nvSpPr>
          <p:cNvPr id="185" name="realtime-icon-wave">
            <a:extLst xmlns:a="http://schemas.openxmlformats.org/drawingml/2006/main">
              <a:ext uri="{FF2B5EF4-FFF2-40B4-BE49-F238E27FC236}">
                <a16:creationId xmlns:a16="http://schemas.microsoft.com/office/drawing/2014/main" id="{F102BCED-A421-4387-A5B0-5B8D3666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629025"/>
            <a:ext cx="400050" cy="238125"/>
          </a:xfrm>
          <a:custGeom xmlns:a="http://schemas.openxmlformats.org/drawingml/2006/main">
            <a:pathLst>
              <a:path w="400050" h="238125">
                <a:moveTo>
                  <a:pt x="0" y="123825"/>
                </a:moveTo>
                <a:lnTo>
                  <a:pt x="33338" y="180975"/>
                </a:lnTo>
                <a:lnTo>
                  <a:pt x="66675" y="38100"/>
                </a:lnTo>
                <a:lnTo>
                  <a:pt x="100013" y="238125"/>
                </a:lnTo>
                <a:lnTo>
                  <a:pt x="133350" y="66675"/>
                </a:lnTo>
                <a:lnTo>
                  <a:pt x="166688" y="161925"/>
                </a:lnTo>
                <a:lnTo>
                  <a:pt x="200025" y="0"/>
                </a:lnTo>
                <a:lnTo>
                  <a:pt x="233363" y="200025"/>
                </a:lnTo>
                <a:lnTo>
                  <a:pt x="266700" y="76200"/>
                </a:lnTo>
                <a:lnTo>
                  <a:pt x="300038" y="219075"/>
                </a:lnTo>
                <a:lnTo>
                  <a:pt x="333375" y="57150"/>
                </a:lnTo>
                <a:lnTo>
                  <a:pt x="366713" y="161925"/>
                </a:lnTo>
                <a:lnTo>
                  <a:pt x="40005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2323"/>
            </a:solidFill>
            <a:prstDash val="solid"/>
          </a:ln>
        </p:spPr>
      </p:sp>
      <p:sp>
        <p:nvSpPr>
          <p:cNvPr id="186" name="learning-icon-left">
            <a:extLst xmlns:a="http://schemas.openxmlformats.org/drawingml/2006/main">
              <a:ext uri="{FF2B5EF4-FFF2-40B4-BE49-F238E27FC236}">
                <a16:creationId xmlns:a16="http://schemas.microsoft.com/office/drawing/2014/main" id="{717E945A-00C6-41C4-A91D-DF2B1312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609975"/>
            <a:ext cx="166688" cy="295275"/>
          </a:xfrm>
          <a:custGeom xmlns:a="http://schemas.openxmlformats.org/drawingml/2006/main">
            <a:pathLst>
              <a:path w="166688" h="295275">
                <a:moveTo>
                  <a:pt x="0" y="28575"/>
                </a:moveTo>
                <a:lnTo>
                  <a:pt x="146685" y="0"/>
                </a:lnTo>
                <a:lnTo>
                  <a:pt x="166688" y="47625"/>
                </a:lnTo>
                <a:lnTo>
                  <a:pt x="166688" y="295275"/>
                </a:lnTo>
                <a:lnTo>
                  <a:pt x="143351" y="257175"/>
                </a:lnTo>
                <a:lnTo>
                  <a:pt x="0" y="285750"/>
                </a:ln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323"/>
            </a:solidFill>
            <a:prstDash val="solid"/>
          </a:ln>
        </p:spPr>
      </p:sp>
      <p:sp>
        <p:nvSpPr>
          <p:cNvPr id="187" name="learning-icon-right">
            <a:extLst xmlns:a="http://schemas.openxmlformats.org/drawingml/2006/main">
              <a:ext uri="{FF2B5EF4-FFF2-40B4-BE49-F238E27FC236}">
                <a16:creationId xmlns:a16="http://schemas.microsoft.com/office/drawing/2014/main" id="{C3AE7F99-ECBE-4DB8-ABEB-993A9BA7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3888" y="3609975"/>
            <a:ext cx="166688" cy="295275"/>
          </a:xfrm>
          <a:custGeom xmlns:a="http://schemas.openxmlformats.org/drawingml/2006/main">
            <a:pathLst>
              <a:path w="166688" h="295275">
                <a:moveTo>
                  <a:pt x="166688" y="28575"/>
                </a:moveTo>
                <a:lnTo>
                  <a:pt x="20002" y="0"/>
                </a:lnTo>
                <a:lnTo>
                  <a:pt x="0" y="47625"/>
                </a:lnTo>
                <a:lnTo>
                  <a:pt x="0" y="295275"/>
                </a:lnTo>
                <a:lnTo>
                  <a:pt x="23336" y="257175"/>
                </a:lnTo>
                <a:lnTo>
                  <a:pt x="166688" y="285750"/>
                </a:lnTo>
                <a:lnTo>
                  <a:pt x="166688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22323"/>
            </a:solidFill>
            <a:prstDash val="solid"/>
          </a:ln>
        </p:spPr>
      </p:sp>
      <p:sp>
        <p:nvSpPr>
          <p:cNvPr id="188" name="rating-star">
            <a:extLst xmlns:a="http://schemas.openxmlformats.org/drawingml/2006/main">
              <a:ext uri="{FF2B5EF4-FFF2-40B4-BE49-F238E27FC236}">
                <a16:creationId xmlns:a16="http://schemas.microsoft.com/office/drawing/2014/main" id="{6D3A4E3A-90BF-42DD-A5C5-4CC8C8E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590925"/>
            <a:ext cx="323850" cy="323850"/>
          </a:xfrm>
          <a:prstGeom xmlns:a="http://schemas.openxmlformats.org/drawingml/2006/main" prst="star5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22323"/>
            </a:solidFill>
            <a:prstDash val="solid"/>
          </a:ln>
        </p:spPr>
      </p:sp>
      <p:sp>
        <p:nvSpPr>
          <p:cNvPr id="189" name="growth-bars-bar0">
            <a:extLst xmlns:a="http://schemas.openxmlformats.org/drawingml/2006/main">
              <a:ext uri="{FF2B5EF4-FFF2-40B4-BE49-F238E27FC236}">
                <a16:creationId xmlns:a16="http://schemas.microsoft.com/office/drawing/2014/main" id="{94A188FA-DCAB-40DB-8926-F91D1D7A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3914775"/>
            <a:ext cx="476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22323"/>
            </a:solidFill>
            <a:prstDash val="solid"/>
          </a:ln>
        </p:spPr>
      </p:sp>
      <p:sp>
        <p:nvSpPr>
          <p:cNvPr id="190" name="growth-bars-bar1">
            <a:extLst xmlns:a="http://schemas.openxmlformats.org/drawingml/2006/main">
              <a:ext uri="{FF2B5EF4-FFF2-40B4-BE49-F238E27FC236}">
                <a16:creationId xmlns:a16="http://schemas.microsoft.com/office/drawing/2014/main" id="{16E539BD-7C34-40F2-8E4C-632F9967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829050"/>
            <a:ext cx="47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22323"/>
            </a:solidFill>
            <a:prstDash val="solid"/>
          </a:ln>
        </p:spPr>
      </p:sp>
      <p:sp>
        <p:nvSpPr>
          <p:cNvPr id="191" name="growth-bars-bar2">
            <a:extLst xmlns:a="http://schemas.openxmlformats.org/drawingml/2006/main">
              <a:ext uri="{FF2B5EF4-FFF2-40B4-BE49-F238E27FC236}">
                <a16:creationId xmlns:a16="http://schemas.microsoft.com/office/drawing/2014/main" id="{EAED3C46-C5B2-48BE-9D59-37DA114C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3752850"/>
            <a:ext cx="4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22323"/>
            </a:solidFill>
            <a:prstDash val="solid"/>
          </a:ln>
        </p:spPr>
      </p:sp>
      <p:sp>
        <p:nvSpPr>
          <p:cNvPr id="192" name="growth-bars-bar3">
            <a:extLst xmlns:a="http://schemas.openxmlformats.org/drawingml/2006/main">
              <a:ext uri="{FF2B5EF4-FFF2-40B4-BE49-F238E27FC236}">
                <a16:creationId xmlns:a16="http://schemas.microsoft.com/office/drawing/2014/main" id="{C3711D62-2827-44E1-BDBD-CEE0C3EA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3648075"/>
            <a:ext cx="4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22323"/>
            </a:solidFill>
            <a:prstDash val="solid"/>
          </a:ln>
        </p:spPr>
      </p:sp>
      <p:sp>
        <p:nvSpPr>
          <p:cNvPr id="193" name="growth-bars-bar4">
            <a:extLst xmlns:a="http://schemas.openxmlformats.org/drawingml/2006/main">
              <a:ext uri="{FF2B5EF4-FFF2-40B4-BE49-F238E27FC236}">
                <a16:creationId xmlns:a16="http://schemas.microsoft.com/office/drawing/2014/main" id="{28B37DF9-8DF8-45D0-AF68-2A2135E0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3581400"/>
            <a:ext cx="4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22323"/>
            </a:solidFill>
            <a:prstDash val="solid"/>
          </a:ln>
        </p:spPr>
      </p:sp>
      <p:sp>
        <p:nvSpPr>
          <p:cNvPr id="194" name="growth-bars-trend-line">
            <a:extLst xmlns:a="http://schemas.openxmlformats.org/drawingml/2006/main">
              <a:ext uri="{FF2B5EF4-FFF2-40B4-BE49-F238E27FC236}">
                <a16:creationId xmlns:a16="http://schemas.microsoft.com/office/drawing/2014/main" id="{24A73996-560D-4001-8048-B220DDB2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8385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195" name="growth-bars-trend-head">
            <a:extLst xmlns:a="http://schemas.openxmlformats.org/drawingml/2006/main">
              <a:ext uri="{FF2B5EF4-FFF2-40B4-BE49-F238E27FC236}">
                <a16:creationId xmlns:a16="http://schemas.microsoft.com/office/drawing/2014/main" id="{591E62B1-38E9-4F9D-A38D-BFA39CB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380047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22323"/>
            </a:solidFill>
            <a:prstDash val="solid"/>
          </a:ln>
        </p:spPr>
      </p:sp>
      <p:sp>
        <p:nvSpPr>
          <p:cNvPr id="196" name="business-auth-text">
            <a:extLst xmlns:a="http://schemas.openxmlformats.org/drawingml/2006/main">
              <a:ext uri="{FF2B5EF4-FFF2-40B4-BE49-F238E27FC236}">
                <a16:creationId xmlns:a16="http://schemas.microsoft.com/office/drawing/2014/main" id="{9095C7C8-D717-4061-8750-3B639C49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895725"/>
            <a:ext cx="96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认证服务</a:t>
            </a:r>
          </a:p>
        </p:txBody>
      </p:sp>
      <p:sp>
        <p:nvSpPr>
          <p:cNvPr id="197" name="business-user-text">
            <a:extLst xmlns:a="http://schemas.openxmlformats.org/drawingml/2006/main">
              <a:ext uri="{FF2B5EF4-FFF2-40B4-BE49-F238E27FC236}">
                <a16:creationId xmlns:a16="http://schemas.microsoft.com/office/drawing/2014/main" id="{22A94C78-FE04-445B-BAEA-D915234B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895725"/>
            <a:ext cx="96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用户服务</a:t>
            </a:r>
          </a:p>
        </p:txBody>
      </p:sp>
      <p:sp>
        <p:nvSpPr>
          <p:cNvPr id="198" name="business-member-text">
            <a:extLst xmlns:a="http://schemas.openxmlformats.org/drawingml/2006/main">
              <a:ext uri="{FF2B5EF4-FFF2-40B4-BE49-F238E27FC236}">
                <a16:creationId xmlns:a16="http://schemas.microsoft.com/office/drawing/2014/main" id="{9D4C9F2E-6065-4E99-985D-033B16FB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89572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7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会员与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支付服务</a:t>
            </a:r>
          </a:p>
        </p:txBody>
      </p:sp>
      <p:sp>
        <p:nvSpPr>
          <p:cNvPr id="199" name="business-scene-text">
            <a:extLst xmlns:a="http://schemas.openxmlformats.org/drawingml/2006/main">
              <a:ext uri="{FF2B5EF4-FFF2-40B4-BE49-F238E27FC236}">
                <a16:creationId xmlns:a16="http://schemas.microsoft.com/office/drawing/2014/main" id="{3520DDFA-46CB-495C-A202-B435026D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895725"/>
            <a:ext cx="96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场景服务</a:t>
            </a:r>
          </a:p>
        </p:txBody>
      </p:sp>
      <p:sp>
        <p:nvSpPr>
          <p:cNvPr id="200" name="business-session-text">
            <a:extLst xmlns:a="http://schemas.openxmlformats.org/drawingml/2006/main">
              <a:ext uri="{FF2B5EF4-FFF2-40B4-BE49-F238E27FC236}">
                <a16:creationId xmlns:a16="http://schemas.microsoft.com/office/drawing/2014/main" id="{33504599-A8AB-4063-AC7A-93D895C8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95725"/>
            <a:ext cx="1076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会话服务</a:t>
            </a:r>
          </a:p>
        </p:txBody>
      </p:sp>
      <p:sp>
        <p:nvSpPr>
          <p:cNvPr id="201" name="business-realtime-text">
            <a:extLst xmlns:a="http://schemas.openxmlformats.org/drawingml/2006/main">
              <a:ext uri="{FF2B5EF4-FFF2-40B4-BE49-F238E27FC236}">
                <a16:creationId xmlns:a16="http://schemas.microsoft.com/office/drawing/2014/main" id="{9894AEBD-F470-4239-BB72-3B33E4CD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89572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实时连接服务</a:t>
            </a:r>
          </a:p>
        </p:txBody>
      </p:sp>
      <p:sp>
        <p:nvSpPr>
          <p:cNvPr id="202" name="business-learning-text">
            <a:extLst xmlns:a="http://schemas.openxmlformats.org/drawingml/2006/main">
              <a:ext uri="{FF2B5EF4-FFF2-40B4-BE49-F238E27FC236}">
                <a16:creationId xmlns:a16="http://schemas.microsoft.com/office/drawing/2014/main" id="{873C9823-271A-4590-AA1B-9F7E2EF6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895725"/>
            <a:ext cx="102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学习服务</a:t>
            </a:r>
          </a:p>
        </p:txBody>
      </p:sp>
      <p:sp>
        <p:nvSpPr>
          <p:cNvPr id="203" name="business-rating-text">
            <a:extLst xmlns:a="http://schemas.openxmlformats.org/drawingml/2006/main">
              <a:ext uri="{FF2B5EF4-FFF2-40B4-BE49-F238E27FC236}">
                <a16:creationId xmlns:a16="http://schemas.microsoft.com/office/drawing/2014/main" id="{931E8BE2-3DB4-445B-AD50-6E256934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38957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评分服务</a:t>
            </a:r>
          </a:p>
        </p:txBody>
      </p:sp>
      <p:sp>
        <p:nvSpPr>
          <p:cNvPr id="204" name="business-growth-text">
            <a:extLst xmlns:a="http://schemas.openxmlformats.org/drawingml/2006/main">
              <a:ext uri="{FF2B5EF4-FFF2-40B4-BE49-F238E27FC236}">
                <a16:creationId xmlns:a16="http://schemas.microsoft.com/office/drawing/2014/main" id="{A5A95BE8-3275-49EB-9E25-24F52201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895725"/>
            <a:ext cx="1019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7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智能与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069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成长服务</a:t>
            </a:r>
          </a:p>
        </p:txBody>
      </p:sp>
      <p:sp>
        <p:nvSpPr>
          <p:cNvPr id="205" name="ai-prompt">
            <a:extLst xmlns:a="http://schemas.openxmlformats.org/drawingml/2006/main">
              <a:ext uri="{FF2B5EF4-FFF2-40B4-BE49-F238E27FC236}">
                <a16:creationId xmlns:a16="http://schemas.microsoft.com/office/drawing/2014/main" id="{89A5C5A3-14CF-4DF7-921E-2077EBAB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1924050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06" name="ai-content">
            <a:extLst xmlns:a="http://schemas.openxmlformats.org/drawingml/2006/main">
              <a:ext uri="{FF2B5EF4-FFF2-40B4-BE49-F238E27FC236}">
                <a16:creationId xmlns:a16="http://schemas.microsoft.com/office/drawing/2014/main" id="{F66C8D14-F629-40C8-8A78-EF372380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91050"/>
            <a:ext cx="1924050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07" name="ai-flow">
            <a:extLst xmlns:a="http://schemas.openxmlformats.org/drawingml/2006/main">
              <a:ext uri="{FF2B5EF4-FFF2-40B4-BE49-F238E27FC236}">
                <a16:creationId xmlns:a16="http://schemas.microsoft.com/office/drawing/2014/main" id="{DDF3632E-D997-440F-B9A2-D96AFA43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91050"/>
            <a:ext cx="2095500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08" name="ai-agent">
            <a:extLst xmlns:a="http://schemas.openxmlformats.org/drawingml/2006/main">
              <a:ext uri="{FF2B5EF4-FFF2-40B4-BE49-F238E27FC236}">
                <a16:creationId xmlns:a16="http://schemas.microsoft.com/office/drawing/2014/main" id="{5A36CEEB-0D8B-4D91-95C5-9D8D64CB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91050"/>
            <a:ext cx="1752600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09" name="ai-knowledge">
            <a:extLst xmlns:a="http://schemas.openxmlformats.org/drawingml/2006/main">
              <a:ext uri="{FF2B5EF4-FFF2-40B4-BE49-F238E27FC236}">
                <a16:creationId xmlns:a16="http://schemas.microsoft.com/office/drawing/2014/main" id="{5967CDAD-8016-43DE-994F-1860091B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591050"/>
            <a:ext cx="187642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10" name="ai-adapter">
            <a:extLst xmlns:a="http://schemas.openxmlformats.org/drawingml/2006/main">
              <a:ext uri="{FF2B5EF4-FFF2-40B4-BE49-F238E27FC236}">
                <a16:creationId xmlns:a16="http://schemas.microsoft.com/office/drawing/2014/main" id="{A9F8B00B-371F-487C-B0AB-D24195AC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4591050"/>
            <a:ext cx="1676400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11" name="ai-prompt-icon-bubble">
            <a:extLst xmlns:a="http://schemas.openxmlformats.org/drawingml/2006/main">
              <a:ext uri="{FF2B5EF4-FFF2-40B4-BE49-F238E27FC236}">
                <a16:creationId xmlns:a16="http://schemas.microsoft.com/office/drawing/2014/main" id="{5E33C462-B9CF-406B-8AF4-40C598AE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95825"/>
            <a:ext cx="304800" cy="180975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F2532F"/>
            </a:solidFill>
            <a:prstDash val="solid"/>
          </a:ln>
        </p:spPr>
      </p:sp>
      <p:sp>
        <p:nvSpPr>
          <p:cNvPr id="212" name="ai-prompt-icon-tail">
            <a:extLst xmlns:a="http://schemas.openxmlformats.org/drawingml/2006/main">
              <a:ext uri="{FF2B5EF4-FFF2-40B4-BE49-F238E27FC236}">
                <a16:creationId xmlns:a16="http://schemas.microsoft.com/office/drawing/2014/main" id="{BBAE0E9D-45E4-485B-A12E-6AA210D4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67275"/>
            <a:ext cx="85725" cy="76200"/>
          </a:xfrm>
          <a:custGeom xmlns:a="http://schemas.openxmlformats.org/drawingml/2006/main">
            <a:pathLst>
              <a:path w="85725" h="76200">
                <a:moveTo>
                  <a:pt x="0" y="0"/>
                </a:moveTo>
                <a:lnTo>
                  <a:pt x="0" y="76200"/>
                </a:ln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2532F"/>
            </a:solidFill>
            <a:prstDash val="solid"/>
          </a:ln>
        </p:spPr>
      </p:sp>
      <p:sp>
        <p:nvSpPr>
          <p:cNvPr id="213" name="ai-prompt-icon-dot0">
            <a:extLst xmlns:a="http://schemas.openxmlformats.org/drawingml/2006/main">
              <a:ext uri="{FF2B5EF4-FFF2-40B4-BE49-F238E27FC236}">
                <a16:creationId xmlns:a16="http://schemas.microsoft.com/office/drawing/2014/main" id="{A9A63755-31C0-4D4C-AE38-525ACACD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101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0">
            <a:solidFill>
              <a:srgbClr val="F2532F"/>
            </a:solidFill>
            <a:prstDash val="solid"/>
          </a:ln>
        </p:spPr>
      </p:sp>
      <p:sp>
        <p:nvSpPr>
          <p:cNvPr id="214" name="ai-prompt-icon-dot1">
            <a:extLst xmlns:a="http://schemas.openxmlformats.org/drawingml/2006/main">
              <a:ext uri="{FF2B5EF4-FFF2-40B4-BE49-F238E27FC236}">
                <a16:creationId xmlns:a16="http://schemas.microsoft.com/office/drawing/2014/main" id="{1A4A7CEA-359E-4E0D-910F-BA07B77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101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0">
            <a:solidFill>
              <a:srgbClr val="F2532F"/>
            </a:solidFill>
            <a:prstDash val="solid"/>
          </a:ln>
        </p:spPr>
      </p:sp>
      <p:sp>
        <p:nvSpPr>
          <p:cNvPr id="215" name="ai-prompt-icon-dot2">
            <a:extLst xmlns:a="http://schemas.openxmlformats.org/drawingml/2006/main">
              <a:ext uri="{FF2B5EF4-FFF2-40B4-BE49-F238E27FC236}">
                <a16:creationId xmlns:a16="http://schemas.microsoft.com/office/drawing/2014/main" id="{3B134D02-D0CB-4079-B432-7AD88426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101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0">
            <a:solidFill>
              <a:srgbClr val="F2532F"/>
            </a:solidFill>
            <a:prstDash val="solid"/>
          </a:ln>
        </p:spPr>
      </p:sp>
      <p:sp>
        <p:nvSpPr>
          <p:cNvPr id="216" name="ai-content-cube">
            <a:extLst xmlns:a="http://schemas.openxmlformats.org/drawingml/2006/main">
              <a:ext uri="{FF2B5EF4-FFF2-40B4-BE49-F238E27FC236}">
                <a16:creationId xmlns:a16="http://schemas.microsoft.com/office/drawing/2014/main" id="{2600E6CA-5C04-485C-843F-B2F601F0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86300"/>
            <a:ext cx="314325" cy="323850"/>
          </a:xfrm>
          <a:prstGeom xmlns:a="http://schemas.openxmlformats.org/drawingml/2006/main" prst="cub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217" name="ai-flow-icon-top">
            <a:extLst xmlns:a="http://schemas.openxmlformats.org/drawingml/2006/main">
              <a:ext uri="{FF2B5EF4-FFF2-40B4-BE49-F238E27FC236}">
                <a16:creationId xmlns:a16="http://schemas.microsoft.com/office/drawing/2014/main" id="{19F6F48D-DF2F-4B35-962B-D5361899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86300"/>
            <a:ext cx="11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2532F"/>
            </a:solidFill>
            <a:prstDash val="solid"/>
          </a:ln>
        </p:spPr>
      </p:sp>
      <p:sp>
        <p:nvSpPr>
          <p:cNvPr id="218" name="ai-flow-icon-stem">
            <a:extLst xmlns:a="http://schemas.openxmlformats.org/drawingml/2006/main">
              <a:ext uri="{FF2B5EF4-FFF2-40B4-BE49-F238E27FC236}">
                <a16:creationId xmlns:a16="http://schemas.microsoft.com/office/drawing/2014/main" id="{125C64C6-889E-4821-9AD4-4FB59FFD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78155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19" name="ai-flow-icon-bus">
            <a:extLst xmlns:a="http://schemas.openxmlformats.org/drawingml/2006/main">
              <a:ext uri="{FF2B5EF4-FFF2-40B4-BE49-F238E27FC236}">
                <a16:creationId xmlns:a16="http://schemas.microsoft.com/office/drawing/2014/main" id="{5DBC438E-B003-48E9-9F49-BFDA4E4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57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20" name="ai-flow-icon-v0">
            <a:extLst xmlns:a="http://schemas.openxmlformats.org/drawingml/2006/main">
              <a:ext uri="{FF2B5EF4-FFF2-40B4-BE49-F238E27FC236}">
                <a16:creationId xmlns:a16="http://schemas.microsoft.com/office/drawing/2014/main" id="{5C5AA514-89B0-44E5-9B11-C9A0422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5775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21" name="ai-flow-icon-n0">
            <a:extLst xmlns:a="http://schemas.openxmlformats.org/drawingml/2006/main">
              <a:ext uri="{FF2B5EF4-FFF2-40B4-BE49-F238E27FC236}">
                <a16:creationId xmlns:a16="http://schemas.microsoft.com/office/drawing/2014/main" id="{B9A00C75-3403-41AF-878E-0F0A21D9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149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22" name="ai-flow-icon-v1">
            <a:extLst xmlns:a="http://schemas.openxmlformats.org/drawingml/2006/main">
              <a:ext uri="{FF2B5EF4-FFF2-40B4-BE49-F238E27FC236}">
                <a16:creationId xmlns:a16="http://schemas.microsoft.com/office/drawing/2014/main" id="{D0D17F10-9E0C-484D-A992-AD9F7B21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85775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23" name="ai-flow-icon-n1">
            <a:extLst xmlns:a="http://schemas.openxmlformats.org/drawingml/2006/main">
              <a:ext uri="{FF2B5EF4-FFF2-40B4-BE49-F238E27FC236}">
                <a16:creationId xmlns:a16="http://schemas.microsoft.com/office/drawing/2014/main" id="{38170945-5056-4060-8006-8F4EEE54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149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24" name="ai-flow-icon-v2">
            <a:extLst xmlns:a="http://schemas.openxmlformats.org/drawingml/2006/main">
              <a:ext uri="{FF2B5EF4-FFF2-40B4-BE49-F238E27FC236}">
                <a16:creationId xmlns:a16="http://schemas.microsoft.com/office/drawing/2014/main" id="{62479AB0-E3E7-4B85-9A85-FC9746BF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5775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25" name="ai-flow-icon-n2">
            <a:extLst xmlns:a="http://schemas.openxmlformats.org/drawingml/2006/main">
              <a:ext uri="{FF2B5EF4-FFF2-40B4-BE49-F238E27FC236}">
                <a16:creationId xmlns:a16="http://schemas.microsoft.com/office/drawing/2014/main" id="{1F330F4B-1DBA-479B-B303-38A98377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26" name="ai-agent-icon-antenna">
            <a:extLst xmlns:a="http://schemas.openxmlformats.org/drawingml/2006/main">
              <a:ext uri="{FF2B5EF4-FFF2-40B4-BE49-F238E27FC236}">
                <a16:creationId xmlns:a16="http://schemas.microsoft.com/office/drawing/2014/main" id="{6AFAA78C-4CFB-48B8-9D2D-F76FD75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67677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27" name="ai-agent-icon-tip">
            <a:extLst xmlns:a="http://schemas.openxmlformats.org/drawingml/2006/main">
              <a:ext uri="{FF2B5EF4-FFF2-40B4-BE49-F238E27FC236}">
                <a16:creationId xmlns:a16="http://schemas.microsoft.com/office/drawing/2014/main" id="{497C74FE-4DAE-4C10-A2F4-B48CA281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48200"/>
            <a:ext cx="57150" cy="57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F2532F"/>
            </a:solidFill>
            <a:prstDash val="solid"/>
          </a:ln>
        </p:spPr>
      </p:sp>
      <p:sp>
        <p:nvSpPr>
          <p:cNvPr id="228" name="ai-agent-icon-head">
            <a:extLst xmlns:a="http://schemas.openxmlformats.org/drawingml/2006/main">
              <a:ext uri="{FF2B5EF4-FFF2-40B4-BE49-F238E27FC236}">
                <a16:creationId xmlns:a16="http://schemas.microsoft.com/office/drawing/2014/main" id="{70063BFE-8A17-4A00-A2C1-B42593E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43450"/>
            <a:ext cx="323850" cy="2286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F2532F"/>
            </a:solidFill>
            <a:prstDash val="solid"/>
          </a:ln>
        </p:spPr>
      </p:sp>
      <p:sp>
        <p:nvSpPr>
          <p:cNvPr id="229" name="ai-agent-icon-eye1">
            <a:extLst xmlns:a="http://schemas.openxmlformats.org/drawingml/2006/main">
              <a:ext uri="{FF2B5EF4-FFF2-40B4-BE49-F238E27FC236}">
                <a16:creationId xmlns:a16="http://schemas.microsoft.com/office/drawing/2014/main" id="{B48C3082-1390-4B68-865C-85FEBBB2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291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0">
            <a:solidFill>
              <a:srgbClr val="F2532F"/>
            </a:solidFill>
            <a:prstDash val="solid"/>
          </a:ln>
        </p:spPr>
      </p:sp>
      <p:sp>
        <p:nvSpPr>
          <p:cNvPr id="230" name="ai-agent-icon-eye2">
            <a:extLst xmlns:a="http://schemas.openxmlformats.org/drawingml/2006/main">
              <a:ext uri="{FF2B5EF4-FFF2-40B4-BE49-F238E27FC236}">
                <a16:creationId xmlns:a16="http://schemas.microsoft.com/office/drawing/2014/main" id="{D5979F0A-16FD-4A10-9C7B-A034C393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291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0">
            <a:solidFill>
              <a:srgbClr val="F2532F"/>
            </a:solidFill>
            <a:prstDash val="solid"/>
          </a:ln>
        </p:spPr>
      </p:sp>
      <p:sp>
        <p:nvSpPr>
          <p:cNvPr id="231" name="ai-agent-icon-ear1">
            <a:extLst xmlns:a="http://schemas.openxmlformats.org/drawingml/2006/main">
              <a:ext uri="{FF2B5EF4-FFF2-40B4-BE49-F238E27FC236}">
                <a16:creationId xmlns:a16="http://schemas.microsoft.com/office/drawing/2014/main" id="{6BF1FDE5-4909-45A1-B188-EAF1593B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29175"/>
            <a:ext cx="3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32" name="ai-agent-icon-ear2">
            <a:extLst xmlns:a="http://schemas.openxmlformats.org/drawingml/2006/main">
              <a:ext uri="{FF2B5EF4-FFF2-40B4-BE49-F238E27FC236}">
                <a16:creationId xmlns:a16="http://schemas.microsoft.com/office/drawing/2014/main" id="{48B083B0-9FC4-4EAA-A71E-B16683CE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29175"/>
            <a:ext cx="3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33" name="ai-knowledge-icon-book-left">
            <a:extLst xmlns:a="http://schemas.openxmlformats.org/drawingml/2006/main">
              <a:ext uri="{FF2B5EF4-FFF2-40B4-BE49-F238E27FC236}">
                <a16:creationId xmlns:a16="http://schemas.microsoft.com/office/drawing/2014/main" id="{B6213150-EF1D-47B9-9A38-E2A5D362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4676775"/>
            <a:ext cx="161925" cy="285750"/>
          </a:xfrm>
          <a:custGeom xmlns:a="http://schemas.openxmlformats.org/drawingml/2006/main">
            <a:pathLst>
              <a:path w="161925" h="285750">
                <a:moveTo>
                  <a:pt x="0" y="28575"/>
                </a:moveTo>
                <a:lnTo>
                  <a:pt x="142494" y="0"/>
                </a:lnTo>
                <a:lnTo>
                  <a:pt x="161925" y="47625"/>
                </a:lnTo>
                <a:lnTo>
                  <a:pt x="161925" y="285750"/>
                </a:lnTo>
                <a:lnTo>
                  <a:pt x="139255" y="247650"/>
                </a:lnTo>
                <a:lnTo>
                  <a:pt x="0" y="276225"/>
                </a:ln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2532F"/>
            </a:solidFill>
            <a:prstDash val="solid"/>
          </a:ln>
        </p:spPr>
      </p:sp>
      <p:sp>
        <p:nvSpPr>
          <p:cNvPr id="234" name="ai-knowledge-icon-book-right">
            <a:extLst xmlns:a="http://schemas.openxmlformats.org/drawingml/2006/main">
              <a:ext uri="{FF2B5EF4-FFF2-40B4-BE49-F238E27FC236}">
                <a16:creationId xmlns:a16="http://schemas.microsoft.com/office/drawing/2014/main" id="{395CDBA9-1DE8-4420-957E-DA0C6F12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676775"/>
            <a:ext cx="161925" cy="285750"/>
          </a:xfrm>
          <a:custGeom xmlns:a="http://schemas.openxmlformats.org/drawingml/2006/main">
            <a:pathLst>
              <a:path w="161925" h="285750">
                <a:moveTo>
                  <a:pt x="161925" y="28575"/>
                </a:moveTo>
                <a:lnTo>
                  <a:pt x="19431" y="0"/>
                </a:lnTo>
                <a:lnTo>
                  <a:pt x="0" y="47625"/>
                </a:lnTo>
                <a:lnTo>
                  <a:pt x="0" y="285750"/>
                </a:lnTo>
                <a:lnTo>
                  <a:pt x="22670" y="247650"/>
                </a:lnTo>
                <a:lnTo>
                  <a:pt x="161925" y="276225"/>
                </a:lnTo>
                <a:lnTo>
                  <a:pt x="161925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2532F"/>
            </a:solidFill>
            <a:prstDash val="solid"/>
          </a:ln>
        </p:spPr>
      </p:sp>
      <p:sp>
        <p:nvSpPr>
          <p:cNvPr id="235" name="ai-knowledge-icon-lens">
            <a:extLst xmlns:a="http://schemas.openxmlformats.org/drawingml/2006/main">
              <a:ext uri="{FF2B5EF4-FFF2-40B4-BE49-F238E27FC236}">
                <a16:creationId xmlns:a16="http://schemas.microsoft.com/office/drawing/2014/main" id="{34761E00-A15E-4F49-9982-30021E11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485775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36" name="ai-knowledge-icon-handle">
            <a:extLst xmlns:a="http://schemas.openxmlformats.org/drawingml/2006/main">
              <a:ext uri="{FF2B5EF4-FFF2-40B4-BE49-F238E27FC236}">
                <a16:creationId xmlns:a16="http://schemas.microsoft.com/office/drawing/2014/main" id="{06EB0EB5-995E-43EC-B517-80403C42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953000"/>
            <a:ext cx="6667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37" name="ai-adapter-icon-head">
            <a:extLst xmlns:a="http://schemas.openxmlformats.org/drawingml/2006/main">
              <a:ext uri="{FF2B5EF4-FFF2-40B4-BE49-F238E27FC236}">
                <a16:creationId xmlns:a16="http://schemas.microsoft.com/office/drawing/2014/main" id="{383A4759-2FEB-4B8F-9928-8FF741E2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46863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532F"/>
            </a:solidFill>
            <a:prstDash val="solid"/>
          </a:ln>
        </p:spPr>
      </p:sp>
      <p:sp>
        <p:nvSpPr>
          <p:cNvPr id="238" name="ai-adapter-icon-shaft">
            <a:extLst xmlns:a="http://schemas.openxmlformats.org/drawingml/2006/main">
              <a:ext uri="{FF2B5EF4-FFF2-40B4-BE49-F238E27FC236}">
                <a16:creationId xmlns:a16="http://schemas.microsoft.com/office/drawing/2014/main" id="{0A724BD4-69F7-4472-ACA8-D3F2F32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4800600"/>
            <a:ext cx="2000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532F"/>
            </a:solidFill>
            <a:prstDash val="solid"/>
          </a:ln>
        </p:spPr>
      </p:sp>
      <p:sp>
        <p:nvSpPr>
          <p:cNvPr id="239" name="ai-adapter-icon-end">
            <a:extLst xmlns:a="http://schemas.openxmlformats.org/drawingml/2006/main">
              <a:ext uri="{FF2B5EF4-FFF2-40B4-BE49-F238E27FC236}">
                <a16:creationId xmlns:a16="http://schemas.microsoft.com/office/drawing/2014/main" id="{6BB6189F-1894-4C6E-AE29-FC6DA72D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962525"/>
            <a:ext cx="85725" cy="85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532F"/>
            </a:solidFill>
            <a:prstDash val="solid"/>
          </a:ln>
        </p:spPr>
      </p:sp>
      <p:sp>
        <p:nvSpPr>
          <p:cNvPr id="240" name="ai-prompt-title">
            <a:extLst xmlns:a="http://schemas.openxmlformats.org/drawingml/2006/main">
              <a:ext uri="{FF2B5EF4-FFF2-40B4-BE49-F238E27FC236}">
                <a16:creationId xmlns:a16="http://schemas.microsoft.com/office/drawing/2014/main" id="{D66C4498-AB50-48FB-AF1D-2DE5F4AB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386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提示词构建</a:t>
            </a:r>
          </a:p>
        </p:txBody>
      </p:sp>
      <p:sp>
        <p:nvSpPr>
          <p:cNvPr id="241" name="ai-prompt-desc">
            <a:extLst xmlns:a="http://schemas.openxmlformats.org/drawingml/2006/main">
              <a:ext uri="{FF2B5EF4-FFF2-40B4-BE49-F238E27FC236}">
                <a16:creationId xmlns:a16="http://schemas.microsoft.com/office/drawing/2014/main" id="{1E4E2A0A-4621-4888-B5A6-4A10CF6C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768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模板 + 角色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用户画像 + 场景上下文</a:t>
            </a:r>
          </a:p>
        </p:txBody>
      </p:sp>
      <p:sp>
        <p:nvSpPr>
          <p:cNvPr id="242" name="ai-content-title">
            <a:extLst xmlns:a="http://schemas.openxmlformats.org/drawingml/2006/main">
              <a:ext uri="{FF2B5EF4-FFF2-40B4-BE49-F238E27FC236}">
                <a16:creationId xmlns:a16="http://schemas.microsoft.com/office/drawing/2014/main" id="{8941CB22-D2B9-461D-B4C2-79B6C6B9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386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场景内容生成</a:t>
            </a:r>
          </a:p>
        </p:txBody>
      </p:sp>
      <p:sp>
        <p:nvSpPr>
          <p:cNvPr id="243" name="ai-content-desc">
            <a:extLst xmlns:a="http://schemas.openxmlformats.org/drawingml/2006/main">
              <a:ext uri="{FF2B5EF4-FFF2-40B4-BE49-F238E27FC236}">
                <a16:creationId xmlns:a16="http://schemas.microsoft.com/office/drawing/2014/main" id="{718CC906-B661-4748-B70D-46E9E438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768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生成单词 / 词组 /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句子 / 问题</a:t>
            </a:r>
          </a:p>
        </p:txBody>
      </p:sp>
      <p:sp>
        <p:nvSpPr>
          <p:cNvPr id="244" name="ai-flow-title">
            <a:extLst xmlns:a="http://schemas.openxmlformats.org/drawingml/2006/main">
              <a:ext uri="{FF2B5EF4-FFF2-40B4-BE49-F238E27FC236}">
                <a16:creationId xmlns:a16="http://schemas.microsoft.com/office/drawing/2014/main" id="{88E99540-7D7D-4BC0-9948-6AD919AD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386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学习流程编排</a:t>
            </a:r>
          </a:p>
        </p:txBody>
      </p:sp>
      <p:sp>
        <p:nvSpPr>
          <p:cNvPr id="245" name="ai-flow-desc">
            <a:extLst xmlns:a="http://schemas.openxmlformats.org/drawingml/2006/main">
              <a:ext uri="{FF2B5EF4-FFF2-40B4-BE49-F238E27FC236}">
                <a16:creationId xmlns:a16="http://schemas.microsoft.com/office/drawing/2014/main" id="{3757610D-9DFD-4414-8F10-B5AD31FA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7680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Step 流转 /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阶段控制</a:t>
            </a:r>
          </a:p>
        </p:txBody>
      </p:sp>
      <p:sp>
        <p:nvSpPr>
          <p:cNvPr id="246" name="ai-agent-title">
            <a:extLst xmlns:a="http://schemas.openxmlformats.org/drawingml/2006/main">
              <a:ext uri="{FF2B5EF4-FFF2-40B4-BE49-F238E27FC236}">
                <a16:creationId xmlns:a16="http://schemas.microsoft.com/office/drawing/2014/main" id="{085FF92C-6F87-4BB9-A7A9-0F7184B8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38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Agent 编排</a:t>
            </a:r>
          </a:p>
        </p:txBody>
      </p:sp>
      <p:sp>
        <p:nvSpPr>
          <p:cNvPr id="247" name="ai-agent-desc">
            <a:extLst xmlns:a="http://schemas.openxmlformats.org/drawingml/2006/main">
              <a:ext uri="{FF2B5EF4-FFF2-40B4-BE49-F238E27FC236}">
                <a16:creationId xmlns:a16="http://schemas.microsoft.com/office/drawing/2014/main" id="{D63C4DB9-6E04-4ECE-9025-12138682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Interview / IELTS /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工具调用</a:t>
            </a:r>
          </a:p>
        </p:txBody>
      </p:sp>
      <p:sp>
        <p:nvSpPr>
          <p:cNvPr id="248" name="ai-knowledge-title">
            <a:extLst xmlns:a="http://schemas.openxmlformats.org/drawingml/2006/main">
              <a:ext uri="{FF2B5EF4-FFF2-40B4-BE49-F238E27FC236}">
                <a16:creationId xmlns:a16="http://schemas.microsoft.com/office/drawing/2014/main" id="{C50FA672-CE31-495B-939B-A4A96EAF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6386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知识库与检索</a:t>
            </a:r>
          </a:p>
        </p:txBody>
      </p:sp>
      <p:sp>
        <p:nvSpPr>
          <p:cNvPr id="249" name="ai-knowledge-desc">
            <a:extLst xmlns:a="http://schemas.openxmlformats.org/drawingml/2006/main">
              <a:ext uri="{FF2B5EF4-FFF2-40B4-BE49-F238E27FC236}">
                <a16:creationId xmlns:a16="http://schemas.microsoft.com/office/drawing/2014/main" id="{C36F2EDE-F375-4495-A277-F5D38A49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4876800"/>
            <a:ext cx="1343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向量解析 /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检索增强</a:t>
            </a:r>
          </a:p>
        </p:txBody>
      </p:sp>
      <p:sp>
        <p:nvSpPr>
          <p:cNvPr id="250" name="ai-adapter-title">
            <a:extLst xmlns:a="http://schemas.openxmlformats.org/drawingml/2006/main">
              <a:ext uri="{FF2B5EF4-FFF2-40B4-BE49-F238E27FC236}">
                <a16:creationId xmlns:a16="http://schemas.microsoft.com/office/drawing/2014/main" id="{1A46032C-A574-4204-B096-64390CEE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46386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模型适配层</a:t>
            </a:r>
          </a:p>
        </p:txBody>
      </p:sp>
      <p:sp>
        <p:nvSpPr>
          <p:cNvPr id="251" name="ai-adapter-desc">
            <a:extLst xmlns:a="http://schemas.openxmlformats.org/drawingml/2006/main">
              <a:ext uri="{FF2B5EF4-FFF2-40B4-BE49-F238E27FC236}">
                <a16:creationId xmlns:a16="http://schemas.microsoft.com/office/drawing/2014/main" id="{773C45A8-5B0D-4499-A8C9-92863E9E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48768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Realtime / 大模型 /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TTS / 翻译 / 评分</a:t>
            </a:r>
          </a:p>
        </p:txBody>
      </p:sp>
      <p:sp>
        <p:nvSpPr>
          <p:cNvPr id="252" name="model-realtime">
            <a:extLst xmlns:a="http://schemas.openxmlformats.org/drawingml/2006/main">
              <a:ext uri="{FF2B5EF4-FFF2-40B4-BE49-F238E27FC236}">
                <a16:creationId xmlns:a16="http://schemas.microsoft.com/office/drawing/2014/main" id="{C3DF8E78-AA2E-417F-A748-E600E2C1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724525"/>
            <a:ext cx="21717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86BBB8"/>
            </a:solidFill>
            <a:prstDash val="solid"/>
          </a:ln>
        </p:spPr>
      </p:sp>
      <p:sp>
        <p:nvSpPr>
          <p:cNvPr id="253" name="model-general">
            <a:extLst xmlns:a="http://schemas.openxmlformats.org/drawingml/2006/main">
              <a:ext uri="{FF2B5EF4-FFF2-40B4-BE49-F238E27FC236}">
                <a16:creationId xmlns:a16="http://schemas.microsoft.com/office/drawing/2014/main" id="{0EF6437C-E570-4C24-99A7-5785378F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724525"/>
            <a:ext cx="19240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86BBB8"/>
            </a:solidFill>
            <a:prstDash val="solid"/>
          </a:ln>
        </p:spPr>
      </p:sp>
      <p:sp>
        <p:nvSpPr>
          <p:cNvPr id="254" name="model-tts">
            <a:extLst xmlns:a="http://schemas.openxmlformats.org/drawingml/2006/main">
              <a:ext uri="{FF2B5EF4-FFF2-40B4-BE49-F238E27FC236}">
                <a16:creationId xmlns:a16="http://schemas.microsoft.com/office/drawing/2014/main" id="{A8F622D8-C951-4C84-8499-46198F5E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724525"/>
            <a:ext cx="21526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86BBB8"/>
            </a:solidFill>
            <a:prstDash val="solid"/>
          </a:ln>
        </p:spPr>
      </p:sp>
      <p:sp>
        <p:nvSpPr>
          <p:cNvPr id="255" name="model-translation">
            <a:extLst xmlns:a="http://schemas.openxmlformats.org/drawingml/2006/main">
              <a:ext uri="{FF2B5EF4-FFF2-40B4-BE49-F238E27FC236}">
                <a16:creationId xmlns:a16="http://schemas.microsoft.com/office/drawing/2014/main" id="{C13C9C9C-CCDB-42DC-B293-2B88BEF7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724525"/>
            <a:ext cx="21526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86BBB8"/>
            </a:solidFill>
            <a:prstDash val="solid"/>
          </a:ln>
        </p:spPr>
      </p:sp>
      <p:sp>
        <p:nvSpPr>
          <p:cNvPr id="256" name="model-score">
            <a:extLst xmlns:a="http://schemas.openxmlformats.org/drawingml/2006/main">
              <a:ext uri="{FF2B5EF4-FFF2-40B4-BE49-F238E27FC236}">
                <a16:creationId xmlns:a16="http://schemas.microsoft.com/office/drawing/2014/main" id="{B8AA1BB7-0214-42E0-B2F1-34DF48A1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5724525"/>
            <a:ext cx="21526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86BBB8"/>
            </a:solidFill>
            <a:prstDash val="solid"/>
          </a:ln>
        </p:spPr>
      </p:sp>
      <p:sp>
        <p:nvSpPr>
          <p:cNvPr id="257" name="model-realtime-icon-wave">
            <a:extLst xmlns:a="http://schemas.openxmlformats.org/drawingml/2006/main">
              <a:ext uri="{FF2B5EF4-FFF2-40B4-BE49-F238E27FC236}">
                <a16:creationId xmlns:a16="http://schemas.microsoft.com/office/drawing/2014/main" id="{DDE2E983-636E-4E79-ABF7-B8980A2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838825"/>
            <a:ext cx="381000" cy="238125"/>
          </a:xfrm>
          <a:custGeom xmlns:a="http://schemas.openxmlformats.org/drawingml/2006/main">
            <a:pathLst>
              <a:path w="381000" h="238125">
                <a:moveTo>
                  <a:pt x="0" y="123825"/>
                </a:moveTo>
                <a:lnTo>
                  <a:pt x="31750" y="180975"/>
                </a:lnTo>
                <a:lnTo>
                  <a:pt x="63500" y="38100"/>
                </a:lnTo>
                <a:lnTo>
                  <a:pt x="95250" y="238125"/>
                </a:lnTo>
                <a:lnTo>
                  <a:pt x="127000" y="66675"/>
                </a:lnTo>
                <a:lnTo>
                  <a:pt x="158750" y="161925"/>
                </a:lnTo>
                <a:lnTo>
                  <a:pt x="190500" y="0"/>
                </a:lnTo>
                <a:lnTo>
                  <a:pt x="222250" y="200025"/>
                </a:lnTo>
                <a:lnTo>
                  <a:pt x="254000" y="76200"/>
                </a:lnTo>
                <a:lnTo>
                  <a:pt x="285750" y="219075"/>
                </a:lnTo>
                <a:lnTo>
                  <a:pt x="317500" y="57150"/>
                </a:lnTo>
                <a:lnTo>
                  <a:pt x="349250" y="161925"/>
                </a:lnTo>
                <a:lnTo>
                  <a:pt x="38100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68D89"/>
            </a:solidFill>
            <a:prstDash val="solid"/>
          </a:ln>
        </p:spPr>
      </p:sp>
      <p:sp>
        <p:nvSpPr>
          <p:cNvPr id="258" name="model-general-icon-cloud">
            <a:extLst xmlns:a="http://schemas.openxmlformats.org/drawingml/2006/main">
              <a:ext uri="{FF2B5EF4-FFF2-40B4-BE49-F238E27FC236}">
                <a16:creationId xmlns:a16="http://schemas.microsoft.com/office/drawing/2014/main" id="{7B1767E5-C50E-4E59-8300-3FCDD770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00725"/>
            <a:ext cx="361950" cy="323850"/>
          </a:xfrm>
          <a:prstGeom xmlns:a="http://schemas.openxmlformats.org/drawingml/2006/main" prst="cloud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68D89"/>
            </a:solidFill>
            <a:prstDash val="solid"/>
          </a:ln>
        </p:spPr>
      </p:sp>
      <p:sp>
        <p:nvSpPr>
          <p:cNvPr id="259" name="model-general-icon-split">
            <a:extLst xmlns:a="http://schemas.openxmlformats.org/drawingml/2006/main">
              <a:ext uri="{FF2B5EF4-FFF2-40B4-BE49-F238E27FC236}">
                <a16:creationId xmlns:a16="http://schemas.microsoft.com/office/drawing/2014/main" id="{1E66CDC3-A5E3-45DF-8780-8876A460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8483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260" name="model-tts-icon-wave">
            <a:extLst xmlns:a="http://schemas.openxmlformats.org/drawingml/2006/main">
              <a:ext uri="{FF2B5EF4-FFF2-40B4-BE49-F238E27FC236}">
                <a16:creationId xmlns:a16="http://schemas.microsoft.com/office/drawing/2014/main" id="{A8B4CD9D-15C7-422D-823D-37B66677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38825"/>
            <a:ext cx="381000" cy="238125"/>
          </a:xfrm>
          <a:custGeom xmlns:a="http://schemas.openxmlformats.org/drawingml/2006/main">
            <a:pathLst>
              <a:path w="381000" h="238125">
                <a:moveTo>
                  <a:pt x="0" y="123825"/>
                </a:moveTo>
                <a:lnTo>
                  <a:pt x="31750" y="180975"/>
                </a:lnTo>
                <a:lnTo>
                  <a:pt x="63500" y="38100"/>
                </a:lnTo>
                <a:lnTo>
                  <a:pt x="95250" y="238125"/>
                </a:lnTo>
                <a:lnTo>
                  <a:pt x="127000" y="66675"/>
                </a:lnTo>
                <a:lnTo>
                  <a:pt x="158750" y="161925"/>
                </a:lnTo>
                <a:lnTo>
                  <a:pt x="190500" y="0"/>
                </a:lnTo>
                <a:lnTo>
                  <a:pt x="222250" y="200025"/>
                </a:lnTo>
                <a:lnTo>
                  <a:pt x="254000" y="76200"/>
                </a:lnTo>
                <a:lnTo>
                  <a:pt x="285750" y="219075"/>
                </a:lnTo>
                <a:lnTo>
                  <a:pt x="317500" y="57150"/>
                </a:lnTo>
                <a:lnTo>
                  <a:pt x="349250" y="161925"/>
                </a:lnTo>
                <a:lnTo>
                  <a:pt x="38100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68D89"/>
            </a:solidFill>
            <a:prstDash val="solid"/>
          </a:ln>
        </p:spPr>
      </p:sp>
      <p:sp>
        <p:nvSpPr>
          <p:cNvPr id="261" name="model-translation-icon-bubble">
            <a:extLst xmlns:a="http://schemas.openxmlformats.org/drawingml/2006/main">
              <a:ext uri="{FF2B5EF4-FFF2-40B4-BE49-F238E27FC236}">
                <a16:creationId xmlns:a16="http://schemas.microsoft.com/office/drawing/2014/main" id="{428276E2-1AC2-47A7-BE72-D220F7C0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848350"/>
            <a:ext cx="266700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8D89"/>
          </a:solidFill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262" name="model-translation-icon-zh">
            <a:extLst xmlns:a="http://schemas.openxmlformats.org/drawingml/2006/main">
              <a:ext uri="{FF2B5EF4-FFF2-40B4-BE49-F238E27FC236}">
                <a16:creationId xmlns:a16="http://schemas.microsoft.com/office/drawing/2014/main" id="{0944D44F-EB31-4219-B320-1CF40DEE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848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98" b="1">
                <a:solidFill>
                  <a:srgbClr val="FCFAF6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FCFAF6"/>
                </a:solidFill>
                <a:latin typeface="Arial"/>
                <a:ea typeface="Arial"/>
                <a:cs typeface="Arial"/>
              </a:rPr>
              <a:t>中</a:t>
            </a:r>
          </a:p>
        </p:txBody>
      </p:sp>
      <p:sp>
        <p:nvSpPr>
          <p:cNvPr id="263" name="model-translation-icon-en">
            <a:extLst xmlns:a="http://schemas.openxmlformats.org/drawingml/2006/main">
              <a:ext uri="{FF2B5EF4-FFF2-40B4-BE49-F238E27FC236}">
                <a16:creationId xmlns:a16="http://schemas.microsoft.com/office/drawing/2014/main" id="{A166F9A6-FCFE-4F3C-AA62-A7385794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58388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0" b="1">
                <a:solidFill>
                  <a:srgbClr val="168D89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68D89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264" name="model-score-icon-paper">
            <a:extLst xmlns:a="http://schemas.openxmlformats.org/drawingml/2006/main">
              <a:ext uri="{FF2B5EF4-FFF2-40B4-BE49-F238E27FC236}">
                <a16:creationId xmlns:a16="http://schemas.microsoft.com/office/drawing/2014/main" id="{FEFDA921-7534-46D4-BBC1-E2A94570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5810250"/>
            <a:ext cx="276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68D89"/>
            </a:solidFill>
            <a:prstDash val="solid"/>
          </a:ln>
        </p:spPr>
      </p:sp>
      <p:sp>
        <p:nvSpPr>
          <p:cNvPr id="265" name="model-score-icon-clip">
            <a:extLst xmlns:a="http://schemas.openxmlformats.org/drawingml/2006/main">
              <a:ext uri="{FF2B5EF4-FFF2-40B4-BE49-F238E27FC236}">
                <a16:creationId xmlns:a16="http://schemas.microsoft.com/office/drawing/2014/main" id="{D1D8F316-1FC9-4FC8-AFC3-C9BC615C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72150"/>
            <a:ext cx="133350" cy="857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1430">
            <a:solidFill>
              <a:srgbClr val="168D89"/>
            </a:solidFill>
            <a:prstDash val="solid"/>
          </a:ln>
        </p:spPr>
      </p:sp>
      <p:sp>
        <p:nvSpPr>
          <p:cNvPr id="266" name="model-score-icon-check0">
            <a:extLst xmlns:a="http://schemas.openxmlformats.org/drawingml/2006/main">
              <a:ext uri="{FF2B5EF4-FFF2-40B4-BE49-F238E27FC236}">
                <a16:creationId xmlns:a16="http://schemas.microsoft.com/office/drawing/2014/main" id="{665FCFC9-F1BA-49D6-BB0D-4178C05D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857875"/>
            <a:ext cx="95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168D89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168D8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7" name="model-score-icon-l0">
            <a:extLst xmlns:a="http://schemas.openxmlformats.org/drawingml/2006/main">
              <a:ext uri="{FF2B5EF4-FFF2-40B4-BE49-F238E27FC236}">
                <a16:creationId xmlns:a16="http://schemas.microsoft.com/office/drawing/2014/main" id="{D963AC69-C2E9-4543-8977-224C1904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59245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268" name="model-score-icon-check1">
            <a:extLst xmlns:a="http://schemas.openxmlformats.org/drawingml/2006/main">
              <a:ext uri="{FF2B5EF4-FFF2-40B4-BE49-F238E27FC236}">
                <a16:creationId xmlns:a16="http://schemas.microsoft.com/office/drawing/2014/main" id="{0C465388-953F-4252-BAFD-BD720FDD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53125"/>
            <a:ext cx="95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168D89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168D8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9" name="model-score-icon-l1">
            <a:extLst xmlns:a="http://schemas.openxmlformats.org/drawingml/2006/main">
              <a:ext uri="{FF2B5EF4-FFF2-40B4-BE49-F238E27FC236}">
                <a16:creationId xmlns:a16="http://schemas.microsoft.com/office/drawing/2014/main" id="{90E2B7B1-F8C2-4C38-AE5C-F2C636DA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60198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270" name="model-score-icon-check2">
            <a:extLst xmlns:a="http://schemas.openxmlformats.org/drawingml/2006/main">
              <a:ext uri="{FF2B5EF4-FFF2-40B4-BE49-F238E27FC236}">
                <a16:creationId xmlns:a16="http://schemas.microsoft.com/office/drawing/2014/main" id="{C87AA6D0-D2BD-4AFD-9570-3196C8DC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6038850"/>
            <a:ext cx="95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168D89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168D8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1" name="model-score-icon-l2">
            <a:extLst xmlns:a="http://schemas.openxmlformats.org/drawingml/2006/main">
              <a:ext uri="{FF2B5EF4-FFF2-40B4-BE49-F238E27FC236}">
                <a16:creationId xmlns:a16="http://schemas.microsoft.com/office/drawing/2014/main" id="{32947529-469F-42D8-A7F4-6F6BFB7A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610552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8D89"/>
            </a:solidFill>
            <a:prstDash val="solid"/>
          </a:ln>
        </p:spPr>
      </p:sp>
      <p:sp>
        <p:nvSpPr>
          <p:cNvPr id="272" name="model-realtime-text">
            <a:extLst xmlns:a="http://schemas.openxmlformats.org/drawingml/2006/main">
              <a:ext uri="{FF2B5EF4-FFF2-40B4-BE49-F238E27FC236}">
                <a16:creationId xmlns:a16="http://schemas.microsoft.com/office/drawing/2014/main" id="{5B5D2064-262D-4F6E-8054-A5F623A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72150"/>
            <a:ext cx="142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Realtime 模型</a:t>
            </a:r>
          </a:p>
        </p:txBody>
      </p:sp>
      <p:sp>
        <p:nvSpPr>
          <p:cNvPr id="273" name="model-general-text">
            <a:extLst xmlns:a="http://schemas.openxmlformats.org/drawingml/2006/main">
              <a:ext uri="{FF2B5EF4-FFF2-40B4-BE49-F238E27FC236}">
                <a16:creationId xmlns:a16="http://schemas.microsoft.com/office/drawing/2014/main" id="{7F3A2DE0-7A21-4478-831D-B0D098CF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72150"/>
            <a:ext cx="118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通用大模型</a:t>
            </a:r>
          </a:p>
        </p:txBody>
      </p:sp>
      <p:sp>
        <p:nvSpPr>
          <p:cNvPr id="274" name="model-tts-text">
            <a:extLst xmlns:a="http://schemas.openxmlformats.org/drawingml/2006/main">
              <a:ext uri="{FF2B5EF4-FFF2-40B4-BE49-F238E27FC236}">
                <a16:creationId xmlns:a16="http://schemas.microsoft.com/office/drawing/2014/main" id="{9D59E9DB-8F17-4EEA-AB46-96FF39B6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72150"/>
            <a:ext cx="1409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TTS 模型</a:t>
            </a:r>
          </a:p>
        </p:txBody>
      </p:sp>
      <p:sp>
        <p:nvSpPr>
          <p:cNvPr id="275" name="model-translation-text">
            <a:extLst xmlns:a="http://schemas.openxmlformats.org/drawingml/2006/main">
              <a:ext uri="{FF2B5EF4-FFF2-40B4-BE49-F238E27FC236}">
                <a16:creationId xmlns:a16="http://schemas.microsoft.com/office/drawing/2014/main" id="{6D80DAA1-3694-4F17-BA7B-C11ECF77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772150"/>
            <a:ext cx="1409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中英翻译模型</a:t>
            </a:r>
          </a:p>
        </p:txBody>
      </p:sp>
      <p:sp>
        <p:nvSpPr>
          <p:cNvPr id="276" name="model-score-text">
            <a:extLst xmlns:a="http://schemas.openxmlformats.org/drawingml/2006/main">
              <a:ext uri="{FF2B5EF4-FFF2-40B4-BE49-F238E27FC236}">
                <a16:creationId xmlns:a16="http://schemas.microsoft.com/office/drawing/2014/main" id="{FA5F6CB8-D45F-43F6-9377-1FD74F26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772150"/>
            <a:ext cx="1409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评分模型</a:t>
            </a:r>
          </a:p>
        </p:txBody>
      </p:sp>
      <p:sp>
        <p:nvSpPr>
          <p:cNvPr id="277" name="infra-postgres">
            <a:extLst xmlns:a="http://schemas.openxmlformats.org/drawingml/2006/main">
              <a:ext uri="{FF2B5EF4-FFF2-40B4-BE49-F238E27FC236}">
                <a16:creationId xmlns:a16="http://schemas.microsoft.com/office/drawing/2014/main" id="{20DD291A-2D23-4536-95AD-BA5EE818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6781800"/>
            <a:ext cx="242887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78" name="infra-redis">
            <a:extLst xmlns:a="http://schemas.openxmlformats.org/drawingml/2006/main">
              <a:ext uri="{FF2B5EF4-FFF2-40B4-BE49-F238E27FC236}">
                <a16:creationId xmlns:a16="http://schemas.microsoft.com/office/drawing/2014/main" id="{3434CC59-0022-4D30-90D9-99E2B90D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781800"/>
            <a:ext cx="218122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79" name="infra-oss">
            <a:extLst xmlns:a="http://schemas.openxmlformats.org/drawingml/2006/main">
              <a:ext uri="{FF2B5EF4-FFF2-40B4-BE49-F238E27FC236}">
                <a16:creationId xmlns:a16="http://schemas.microsoft.com/office/drawing/2014/main" id="{6D5C514B-DA48-4228-BDB9-42A7DC6B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781800"/>
            <a:ext cx="254317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80" name="infra-rabbit">
            <a:extLst xmlns:a="http://schemas.openxmlformats.org/drawingml/2006/main">
              <a:ext uri="{FF2B5EF4-FFF2-40B4-BE49-F238E27FC236}">
                <a16:creationId xmlns:a16="http://schemas.microsoft.com/office/drawing/2014/main" id="{996D7DC4-CD87-4994-BB68-C71CD241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81800"/>
            <a:ext cx="221932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81" name="infra-logs">
            <a:extLst xmlns:a="http://schemas.openxmlformats.org/drawingml/2006/main">
              <a:ext uri="{FF2B5EF4-FFF2-40B4-BE49-F238E27FC236}">
                <a16:creationId xmlns:a16="http://schemas.microsoft.com/office/drawing/2014/main" id="{8A2C4BB3-FB94-4699-B9CE-01AB3D2E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6781800"/>
            <a:ext cx="231457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9525">
            <a:solidFill>
              <a:srgbClr val="F0A68E"/>
            </a:solidFill>
            <a:prstDash val="solid"/>
          </a:ln>
        </p:spPr>
      </p:sp>
      <p:sp>
        <p:nvSpPr>
          <p:cNvPr id="282" name="infra-postgres-icon-db">
            <a:extLst xmlns:a="http://schemas.openxmlformats.org/drawingml/2006/main">
              <a:ext uri="{FF2B5EF4-FFF2-40B4-BE49-F238E27FC236}">
                <a16:creationId xmlns:a16="http://schemas.microsoft.com/office/drawing/2014/main" id="{3F973A44-F5B7-4371-A38B-C5DF7891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896100"/>
            <a:ext cx="381000" cy="400050"/>
          </a:xfrm>
          <a:prstGeom xmlns:a="http://schemas.openxmlformats.org/drawingml/2006/main" prst="can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283" name="infra-redis-icon-top">
            <a:extLst xmlns:a="http://schemas.openxmlformats.org/drawingml/2006/main">
              <a:ext uri="{FF2B5EF4-FFF2-40B4-BE49-F238E27FC236}">
                <a16:creationId xmlns:a16="http://schemas.microsoft.com/office/drawing/2014/main" id="{45708E87-BB92-410C-A044-F529D3FC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896100"/>
            <a:ext cx="381000" cy="190500"/>
          </a:xfrm>
          <a:custGeom xmlns:a="http://schemas.openxmlformats.org/drawingml/2006/main">
            <a:pathLst>
              <a:path w="381000" h="190500">
                <a:moveTo>
                  <a:pt x="190500" y="0"/>
                </a:moveTo>
                <a:lnTo>
                  <a:pt x="381000" y="95250"/>
                </a:lnTo>
                <a:lnTo>
                  <a:pt x="190500" y="190500"/>
                </a:lnTo>
                <a:lnTo>
                  <a:pt x="0" y="95250"/>
                </a:ln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284" name="infra-redis-icon-mid">
            <a:extLst xmlns:a="http://schemas.openxmlformats.org/drawingml/2006/main">
              <a:ext uri="{FF2B5EF4-FFF2-40B4-BE49-F238E27FC236}">
                <a16:creationId xmlns:a16="http://schemas.microsoft.com/office/drawing/2014/main" id="{0FDA6680-CF20-4AEF-9DF1-19A59D73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067550"/>
            <a:ext cx="381000" cy="95250"/>
          </a:xfrm>
          <a:custGeom xmlns:a="http://schemas.openxmlformats.org/drawingml/2006/main">
            <a:pathLst>
              <a:path w="381000" h="95250">
                <a:moveTo>
                  <a:pt x="0" y="0"/>
                </a:moveTo>
                <a:lnTo>
                  <a:pt x="190500" y="95250"/>
                </a:ln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285" name="infra-redis-icon-bot">
            <a:extLst xmlns:a="http://schemas.openxmlformats.org/drawingml/2006/main">
              <a:ext uri="{FF2B5EF4-FFF2-40B4-BE49-F238E27FC236}">
                <a16:creationId xmlns:a16="http://schemas.microsoft.com/office/drawing/2014/main" id="{9D115E20-34F7-440E-A670-3B8BC1B2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153275"/>
            <a:ext cx="381000" cy="95250"/>
          </a:xfrm>
          <a:custGeom xmlns:a="http://schemas.openxmlformats.org/drawingml/2006/main">
            <a:pathLst>
              <a:path w="381000" h="95250">
                <a:moveTo>
                  <a:pt x="0" y="0"/>
                </a:moveTo>
                <a:lnTo>
                  <a:pt x="190500" y="95250"/>
                </a:ln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286" name="infra-oss-icon-cloud">
            <a:extLst xmlns:a="http://schemas.openxmlformats.org/drawingml/2006/main">
              <a:ext uri="{FF2B5EF4-FFF2-40B4-BE49-F238E27FC236}">
                <a16:creationId xmlns:a16="http://schemas.microsoft.com/office/drawing/2014/main" id="{C910ED38-D247-4174-A25B-9BF266CF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962775"/>
            <a:ext cx="428625" cy="3048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87" name="infra-oss-icon-shaft">
            <a:extLst xmlns:a="http://schemas.openxmlformats.org/drawingml/2006/main">
              <a:ext uri="{FF2B5EF4-FFF2-40B4-BE49-F238E27FC236}">
                <a16:creationId xmlns:a16="http://schemas.microsoft.com/office/drawing/2014/main" id="{D78D3C0F-72FD-4CFF-892C-7823A839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029450"/>
            <a:ext cx="9525" cy="171450"/>
          </a:xfrm>
          <a:custGeom xmlns:a="http://schemas.openxmlformats.org/drawingml/2006/main">
            <a:pathLst>
              <a:path w="952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CFAF6"/>
            </a:solidFill>
            <a:prstDash val="solid"/>
          </a:ln>
        </p:spPr>
      </p:sp>
      <p:sp>
        <p:nvSpPr>
          <p:cNvPr id="288" name="infra-oss-icon-head">
            <a:extLst xmlns:a="http://schemas.openxmlformats.org/drawingml/2006/main">
              <a:ext uri="{FF2B5EF4-FFF2-40B4-BE49-F238E27FC236}">
                <a16:creationId xmlns:a16="http://schemas.microsoft.com/office/drawing/2014/main" id="{D1DBF59D-1B60-4C15-B1CB-352086EC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029450"/>
            <a:ext cx="76200" cy="57150"/>
          </a:xfrm>
          <a:custGeom xmlns:a="http://schemas.openxmlformats.org/drawingml/2006/main">
            <a:pathLst>
              <a:path w="76200" h="57150">
                <a:moveTo>
                  <a:pt x="0" y="57150"/>
                </a:moveTo>
                <a:lnTo>
                  <a:pt x="38100" y="0"/>
                </a:lnTo>
                <a:lnTo>
                  <a:pt x="762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CFAF6"/>
            </a:solidFill>
            <a:prstDash val="solid"/>
          </a:ln>
        </p:spPr>
      </p:sp>
      <p:sp>
        <p:nvSpPr>
          <p:cNvPr id="289" name="infra-rabbit-icon-head">
            <a:extLst xmlns:a="http://schemas.openxmlformats.org/drawingml/2006/main">
              <a:ext uri="{FF2B5EF4-FFF2-40B4-BE49-F238E27FC236}">
                <a16:creationId xmlns:a16="http://schemas.microsoft.com/office/drawing/2014/main" id="{BF6295C2-224A-45C2-A259-CE288AC3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991350"/>
            <a:ext cx="323850" cy="295275"/>
          </a:xfrm>
          <a:prstGeom xmlns:a="http://schemas.openxmlformats.org/drawingml/2006/main" prst="roundRect">
            <a:avLst>
              <a:gd name="adj" fmla="val 32258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F2532F"/>
            </a:solidFill>
            <a:prstDash val="solid"/>
          </a:ln>
        </p:spPr>
      </p:sp>
      <p:sp>
        <p:nvSpPr>
          <p:cNvPr id="290" name="infra-rabbit-icon-ear1">
            <a:extLst xmlns:a="http://schemas.openxmlformats.org/drawingml/2006/main">
              <a:ext uri="{FF2B5EF4-FFF2-40B4-BE49-F238E27FC236}">
                <a16:creationId xmlns:a16="http://schemas.microsoft.com/office/drawing/2014/main" id="{DDF38B98-62A8-480F-BAE2-6AC0D51F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867525"/>
            <a:ext cx="95250" cy="238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291" name="infra-rabbit-icon-ear2">
            <a:extLst xmlns:a="http://schemas.openxmlformats.org/drawingml/2006/main">
              <a:ext uri="{FF2B5EF4-FFF2-40B4-BE49-F238E27FC236}">
                <a16:creationId xmlns:a16="http://schemas.microsoft.com/office/drawing/2014/main" id="{85002284-DB78-44C9-BBF6-207DD22C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867525"/>
            <a:ext cx="95250" cy="238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292" name="infra-rabbit-icon-eye1">
            <a:extLst xmlns:a="http://schemas.openxmlformats.org/drawingml/2006/main">
              <a:ext uri="{FF2B5EF4-FFF2-40B4-BE49-F238E27FC236}">
                <a16:creationId xmlns:a16="http://schemas.microsoft.com/office/drawing/2014/main" id="{5127C8D4-C019-4A10-BC35-E2C3AC6B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7115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0">
            <a:solidFill>
              <a:srgbClr val="F2532F"/>
            </a:solidFill>
            <a:prstDash val="solid"/>
          </a:ln>
        </p:spPr>
      </p:sp>
      <p:sp>
        <p:nvSpPr>
          <p:cNvPr id="293" name="infra-rabbit-icon-eye2">
            <a:extLst xmlns:a="http://schemas.openxmlformats.org/drawingml/2006/main">
              <a:ext uri="{FF2B5EF4-FFF2-40B4-BE49-F238E27FC236}">
                <a16:creationId xmlns:a16="http://schemas.microsoft.com/office/drawing/2014/main" id="{FEF7FF59-3101-43EF-A035-F1E03B3D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115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32F"/>
          </a:solidFill>
          <a:ln xmlns:a="http://schemas.openxmlformats.org/drawingml/2006/main" w="0">
            <a:solidFill>
              <a:srgbClr val="F2532F"/>
            </a:solidFill>
            <a:prstDash val="solid"/>
          </a:ln>
        </p:spPr>
      </p:sp>
      <p:sp>
        <p:nvSpPr>
          <p:cNvPr id="294" name="infra-logs-icon-screen">
            <a:extLst xmlns:a="http://schemas.openxmlformats.org/drawingml/2006/main">
              <a:ext uri="{FF2B5EF4-FFF2-40B4-BE49-F238E27FC236}">
                <a16:creationId xmlns:a16="http://schemas.microsoft.com/office/drawing/2014/main" id="{BC7EAE2C-84D2-4857-85EE-CB4AC6E2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6915150"/>
            <a:ext cx="438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295" name="infra-logs-icon-chart">
            <a:extLst xmlns:a="http://schemas.openxmlformats.org/drawingml/2006/main">
              <a:ext uri="{FF2B5EF4-FFF2-40B4-BE49-F238E27FC236}">
                <a16:creationId xmlns:a16="http://schemas.microsoft.com/office/drawing/2014/main" id="{B4B5DE8A-A5CE-446B-9BA3-39DF8A18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000875"/>
            <a:ext cx="333375" cy="133350"/>
          </a:xfrm>
          <a:custGeom xmlns:a="http://schemas.openxmlformats.org/drawingml/2006/main">
            <a:pathLst>
              <a:path w="333375" h="133350">
                <a:moveTo>
                  <a:pt x="0" y="133350"/>
                </a:moveTo>
                <a:lnTo>
                  <a:pt x="76200" y="76200"/>
                </a:lnTo>
                <a:lnTo>
                  <a:pt x="142875" y="104775"/>
                </a:lnTo>
                <a:lnTo>
                  <a:pt x="228600" y="0"/>
                </a:lnTo>
                <a:lnTo>
                  <a:pt x="333375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2532F"/>
            </a:solidFill>
            <a:prstDash val="solid"/>
          </a:ln>
        </p:spPr>
      </p:sp>
      <p:sp>
        <p:nvSpPr>
          <p:cNvPr id="296" name="infra-logs-icon-stand">
            <a:extLst xmlns:a="http://schemas.openxmlformats.org/drawingml/2006/main">
              <a:ext uri="{FF2B5EF4-FFF2-40B4-BE49-F238E27FC236}">
                <a16:creationId xmlns:a16="http://schemas.microsoft.com/office/drawing/2014/main" id="{B34EF0C5-08FA-4EA7-9C4C-FED9317C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210425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97" name="infra-logs-icon-base">
            <a:extLst xmlns:a="http://schemas.openxmlformats.org/drawingml/2006/main">
              <a:ext uri="{FF2B5EF4-FFF2-40B4-BE49-F238E27FC236}">
                <a16:creationId xmlns:a16="http://schemas.microsoft.com/office/drawing/2014/main" id="{2004647C-1400-431A-B417-29616AF8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72771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532F"/>
            </a:solidFill>
            <a:prstDash val="solid"/>
          </a:ln>
        </p:spPr>
      </p:sp>
      <p:sp>
        <p:nvSpPr>
          <p:cNvPr id="298" name="infra-postgres-title">
            <a:extLst xmlns:a="http://schemas.openxmlformats.org/drawingml/2006/main">
              <a:ext uri="{FF2B5EF4-FFF2-40B4-BE49-F238E27FC236}">
                <a16:creationId xmlns:a16="http://schemas.microsoft.com/office/drawing/2014/main" id="{016160E6-9E97-4735-9F62-1B52750C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6819900"/>
            <a:ext cx="1685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0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PostgreSQL / pgvector</a:t>
            </a:r>
          </a:p>
        </p:txBody>
      </p:sp>
      <p:sp>
        <p:nvSpPr>
          <p:cNvPr id="299" name="infra-postgres-desc">
            <a:extLst xmlns:a="http://schemas.openxmlformats.org/drawingml/2006/main">
              <a:ext uri="{FF2B5EF4-FFF2-40B4-BE49-F238E27FC236}">
                <a16:creationId xmlns:a16="http://schemas.microsoft.com/office/drawing/2014/main" id="{1D53FB4D-4AE2-4280-90CE-56E98617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067550"/>
            <a:ext cx="1743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向量存储 / 业务数据</a:t>
            </a:r>
          </a:p>
        </p:txBody>
      </p:sp>
      <p:sp>
        <p:nvSpPr>
          <p:cNvPr id="300" name="infra-redis-title">
            <a:extLst xmlns:a="http://schemas.openxmlformats.org/drawingml/2006/main">
              <a:ext uri="{FF2B5EF4-FFF2-40B4-BE49-F238E27FC236}">
                <a16:creationId xmlns:a16="http://schemas.microsoft.com/office/drawing/2014/main" id="{825DFAE9-3B0C-4506-AFB5-E4253BB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819900"/>
            <a:ext cx="1438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Redis</a:t>
            </a:r>
          </a:p>
        </p:txBody>
      </p:sp>
      <p:sp>
        <p:nvSpPr>
          <p:cNvPr id="301" name="infra-redis-desc">
            <a:extLst xmlns:a="http://schemas.openxmlformats.org/drawingml/2006/main">
              <a:ext uri="{FF2B5EF4-FFF2-40B4-BE49-F238E27FC236}">
                <a16:creationId xmlns:a16="http://schemas.microsoft.com/office/drawing/2014/main" id="{881C1BAC-703F-4327-A800-878FC679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7067550"/>
            <a:ext cx="1495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会话存储 / 缓存数据</a:t>
            </a:r>
          </a:p>
        </p:txBody>
      </p:sp>
      <p:sp>
        <p:nvSpPr>
          <p:cNvPr id="302" name="infra-oss-title">
            <a:extLst xmlns:a="http://schemas.openxmlformats.org/drawingml/2006/main">
              <a:ext uri="{FF2B5EF4-FFF2-40B4-BE49-F238E27FC236}">
                <a16:creationId xmlns:a16="http://schemas.microsoft.com/office/drawing/2014/main" id="{BCEC7F9B-2E8A-4076-B578-4AE34997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819900"/>
            <a:ext cx="1800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OSS</a:t>
            </a:r>
          </a:p>
        </p:txBody>
      </p:sp>
      <p:sp>
        <p:nvSpPr>
          <p:cNvPr id="303" name="infra-oss-desc">
            <a:extLst xmlns:a="http://schemas.openxmlformats.org/drawingml/2006/main">
              <a:ext uri="{FF2B5EF4-FFF2-40B4-BE49-F238E27FC236}">
                <a16:creationId xmlns:a16="http://schemas.microsoft.com/office/drawing/2014/main" id="{AEDC1E90-D6B3-4C48-B8C1-28B4683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067550"/>
            <a:ext cx="185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文件存储 / 知识库文档 /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资源素材</a:t>
            </a:r>
          </a:p>
        </p:txBody>
      </p:sp>
      <p:sp>
        <p:nvSpPr>
          <p:cNvPr id="304" name="infra-rabbit-title">
            <a:extLst xmlns:a="http://schemas.openxmlformats.org/drawingml/2006/main">
              <a:ext uri="{FF2B5EF4-FFF2-40B4-BE49-F238E27FC236}">
                <a16:creationId xmlns:a16="http://schemas.microsoft.com/office/drawing/2014/main" id="{2345E519-310A-4851-AA12-01A63175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819900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RabbitMQ</a:t>
            </a:r>
          </a:p>
        </p:txBody>
      </p:sp>
      <p:sp>
        <p:nvSpPr>
          <p:cNvPr id="305" name="infra-rabbit-desc">
            <a:extLst xmlns:a="http://schemas.openxmlformats.org/drawingml/2006/main">
              <a:ext uri="{FF2B5EF4-FFF2-40B4-BE49-F238E27FC236}">
                <a16:creationId xmlns:a16="http://schemas.microsoft.com/office/drawing/2014/main" id="{C3E0B150-9A86-4119-A7EE-533C5E82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7067550"/>
            <a:ext cx="1533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异步任务 / 消息队列</a:t>
            </a:r>
          </a:p>
        </p:txBody>
      </p:sp>
      <p:sp>
        <p:nvSpPr>
          <p:cNvPr id="306" name="infra-logs-title">
            <a:extLst xmlns:a="http://schemas.openxmlformats.org/drawingml/2006/main">
              <a:ext uri="{FF2B5EF4-FFF2-40B4-BE49-F238E27FC236}">
                <a16:creationId xmlns:a16="http://schemas.microsoft.com/office/drawing/2014/main" id="{AD3FE29F-E400-4566-BB88-29DFA10C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6819900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211" b="1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日志与监控</a:t>
            </a:r>
          </a:p>
        </p:txBody>
      </p:sp>
      <p:sp>
        <p:nvSpPr>
          <p:cNvPr id="307" name="infra-logs-desc">
            <a:extLst xmlns:a="http://schemas.openxmlformats.org/drawingml/2006/main">
              <a:ext uri="{FF2B5EF4-FFF2-40B4-BE49-F238E27FC236}">
                <a16:creationId xmlns:a16="http://schemas.microsoft.com/office/drawing/2014/main" id="{E3CA665C-AEF7-4512-B676-D54D7B8C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7067550"/>
            <a:ext cx="1628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926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日志采集 / 指标监控 / 告警</a:t>
            </a:r>
          </a:p>
        </p:txBody>
      </p:sp>
      <p:sp>
        <p:nvSpPr>
          <p:cNvPr id="308" name="legend-0-line">
            <a:extLst xmlns:a="http://schemas.openxmlformats.org/drawingml/2006/main">
              <a:ext uri="{FF2B5EF4-FFF2-40B4-BE49-F238E27FC236}">
                <a16:creationId xmlns:a16="http://schemas.microsoft.com/office/drawing/2014/main" id="{A159F137-7A31-4212-ABB7-472B487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295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309" name="legend-0-head">
            <a:extLst xmlns:a="http://schemas.openxmlformats.org/drawingml/2006/main">
              <a:ext uri="{FF2B5EF4-FFF2-40B4-BE49-F238E27FC236}">
                <a16:creationId xmlns:a16="http://schemas.microsoft.com/office/drawing/2014/main" id="{C8790C60-B8A6-46E7-9B54-D98E5E92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99147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310" name="legend-0-text">
            <a:extLst xmlns:a="http://schemas.openxmlformats.org/drawingml/2006/main">
              <a:ext uri="{FF2B5EF4-FFF2-40B4-BE49-F238E27FC236}">
                <a16:creationId xmlns:a16="http://schemas.microsoft.com/office/drawing/2014/main" id="{2F6E7476-702E-4993-BAFA-4CF01F30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858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业务 API 调用</a:t>
            </a:r>
          </a:p>
        </p:txBody>
      </p:sp>
      <p:sp>
        <p:nvSpPr>
          <p:cNvPr id="311" name="legend-1-line">
            <a:extLst xmlns:a="http://schemas.openxmlformats.org/drawingml/2006/main">
              <a:ext uri="{FF2B5EF4-FFF2-40B4-BE49-F238E27FC236}">
                <a16:creationId xmlns:a16="http://schemas.microsoft.com/office/drawing/2014/main" id="{05E9AF07-077A-4A08-83F7-3572A04A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80295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2323"/>
            </a:solidFill>
            <a:prstDash val="solid"/>
          </a:ln>
        </p:spPr>
      </p:sp>
      <p:sp>
        <p:nvSpPr>
          <p:cNvPr id="312" name="legend-1-head">
            <a:extLst xmlns:a="http://schemas.openxmlformats.org/drawingml/2006/main">
              <a:ext uri="{FF2B5EF4-FFF2-40B4-BE49-F238E27FC236}">
                <a16:creationId xmlns:a16="http://schemas.microsoft.com/office/drawing/2014/main" id="{FEECCE39-2ADE-48A7-9B28-1E88D0AE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99147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2323"/>
            </a:solidFill>
            <a:prstDash val="solid"/>
          </a:ln>
        </p:spPr>
      </p:sp>
      <p:sp>
        <p:nvSpPr>
          <p:cNvPr id="313" name="legend-1-text">
            <a:extLst xmlns:a="http://schemas.openxmlformats.org/drawingml/2006/main">
              <a:ext uri="{FF2B5EF4-FFF2-40B4-BE49-F238E27FC236}">
                <a16:creationId xmlns:a16="http://schemas.microsoft.com/office/drawing/2014/main" id="{FCD81D91-26B0-4635-98B8-966B5895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7858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客户端与接入层交互</a:t>
            </a:r>
          </a:p>
        </p:txBody>
      </p:sp>
      <p:sp>
        <p:nvSpPr>
          <p:cNvPr id="314" name="legend-2-line">
            <a:extLst xmlns:a="http://schemas.openxmlformats.org/drawingml/2006/main">
              <a:ext uri="{FF2B5EF4-FFF2-40B4-BE49-F238E27FC236}">
                <a16:creationId xmlns:a16="http://schemas.microsoft.com/office/drawing/2014/main" id="{990AF034-8FC9-4D45-AE92-8C4417AC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0295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dash"/>
          </a:ln>
        </p:spPr>
      </p:sp>
      <p:sp>
        <p:nvSpPr>
          <p:cNvPr id="315" name="legend-2-head">
            <a:extLst xmlns:a="http://schemas.openxmlformats.org/drawingml/2006/main">
              <a:ext uri="{FF2B5EF4-FFF2-40B4-BE49-F238E27FC236}">
                <a16:creationId xmlns:a16="http://schemas.microsoft.com/office/drawing/2014/main" id="{668D5FE4-39C3-4437-BC4A-F9853443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99147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2532F"/>
            </a:solidFill>
            <a:prstDash val="solid"/>
          </a:ln>
        </p:spPr>
      </p:sp>
      <p:sp>
        <p:nvSpPr>
          <p:cNvPr id="316" name="legend-2-text">
            <a:extLst xmlns:a="http://schemas.openxmlformats.org/drawingml/2006/main">
              <a:ext uri="{FF2B5EF4-FFF2-40B4-BE49-F238E27FC236}">
                <a16:creationId xmlns:a16="http://schemas.microsoft.com/office/drawing/2014/main" id="{E0A4D044-41AB-464A-8A33-55EBF480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7858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AI 编排流程</a:t>
            </a:r>
          </a:p>
        </p:txBody>
      </p:sp>
      <p:sp>
        <p:nvSpPr>
          <p:cNvPr id="317" name="legend-3-line">
            <a:extLst xmlns:a="http://schemas.openxmlformats.org/drawingml/2006/main">
              <a:ext uri="{FF2B5EF4-FFF2-40B4-BE49-F238E27FC236}">
                <a16:creationId xmlns:a16="http://schemas.microsoft.com/office/drawing/2014/main" id="{D7AF2581-20B2-4057-8884-A39E5191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80295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68D89"/>
            </a:solidFill>
            <a:prstDash val="dash"/>
          </a:ln>
        </p:spPr>
      </p:sp>
      <p:sp>
        <p:nvSpPr>
          <p:cNvPr id="318" name="legend-3-head">
            <a:extLst xmlns:a="http://schemas.openxmlformats.org/drawingml/2006/main">
              <a:ext uri="{FF2B5EF4-FFF2-40B4-BE49-F238E27FC236}">
                <a16:creationId xmlns:a16="http://schemas.microsoft.com/office/drawing/2014/main" id="{EF8D2495-649B-4339-83E2-C9E17493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99147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68D89"/>
            </a:solidFill>
            <a:prstDash val="solid"/>
          </a:ln>
        </p:spPr>
      </p:sp>
      <p:sp>
        <p:nvSpPr>
          <p:cNvPr id="319" name="legend-3-text">
            <a:extLst xmlns:a="http://schemas.openxmlformats.org/drawingml/2006/main">
              <a:ext uri="{FF2B5EF4-FFF2-40B4-BE49-F238E27FC236}">
                <a16:creationId xmlns:a16="http://schemas.microsoft.com/office/drawing/2014/main" id="{B34632C9-E2A0-41E0-9ED2-71ADF9E8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7858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AI 模型能力调用</a:t>
            </a:r>
          </a:p>
        </p:txBody>
      </p:sp>
      <p:sp>
        <p:nvSpPr>
          <p:cNvPr id="320" name="legend-4-line">
            <a:extLst xmlns:a="http://schemas.openxmlformats.org/drawingml/2006/main">
              <a:ext uri="{FF2B5EF4-FFF2-40B4-BE49-F238E27FC236}">
                <a16:creationId xmlns:a16="http://schemas.microsoft.com/office/drawing/2014/main" id="{F7C1FD20-EC71-4D8D-A3E1-FBD86176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80295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dash"/>
          </a:ln>
        </p:spPr>
      </p:sp>
      <p:sp>
        <p:nvSpPr>
          <p:cNvPr id="321" name="legend-4-head">
            <a:extLst xmlns:a="http://schemas.openxmlformats.org/drawingml/2006/main">
              <a:ext uri="{FF2B5EF4-FFF2-40B4-BE49-F238E27FC236}">
                <a16:creationId xmlns:a16="http://schemas.microsoft.com/office/drawing/2014/main" id="{888AB53B-6025-4456-8C90-AA5538A7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7991475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322" name="legend-4-text">
            <a:extLst xmlns:a="http://schemas.openxmlformats.org/drawingml/2006/main">
              <a:ext uri="{FF2B5EF4-FFF2-40B4-BE49-F238E27FC236}">
                <a16:creationId xmlns:a16="http://schemas.microsoft.com/office/drawing/2014/main" id="{F45E22B8-1223-4D90-8A33-605360E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7858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222323"/>
                </a:solidFill>
                <a:latin typeface="PingFang SC"/>
                <a:ea typeface="PingFang SC"/>
                <a:cs typeface="PingFang SC"/>
              </a:rPr>
              <a:t>缓存 / 异步事件</a:t>
            </a:r>
          </a:p>
        </p:txBody>
      </p:sp>
    </p:spTree>
    <p:extLst>
      <p:ext uri="{BB962C8B-B14F-4D97-AF65-F5344CB8AC3E}">
        <p14:creationId xmlns:p14="http://schemas.microsoft.com/office/powerpoint/2010/main" val="1202382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2026-07-16T07:39:06.6500000Z</dcterms:created>
  <dcterms:modified xsi:type="dcterms:W3CDTF">2026-07-16T07:39:06.6500000Z</dcterms:modified>
</coreProperties>
</file>