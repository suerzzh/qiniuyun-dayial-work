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7987" y="793749"/>
            <a:ext cx="4762380" cy="5714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初步证据与下一阶段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31949" y="1650999"/>
            <a:ext cx="1333466" cy="825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F0442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1949" y="2413000"/>
            <a:ext cx="1365216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个记录轮次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2612" y="1650999"/>
            <a:ext cx="1015974" cy="825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F0442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364" y="2413000"/>
            <a:ext cx="1142971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个会话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7" y="1650999"/>
            <a:ext cx="2412940" cy="825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800" b="1" i="0">
                <a:solidFill>
                  <a:srgbClr val="F0442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0.81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5783" y="2413000"/>
            <a:ext cx="2063697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首音频中位数约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6374" y="2920999"/>
            <a:ext cx="2158945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在 113 个可测轮次中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8682" y="3524250"/>
            <a:ext cx="7588059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端到端 Realtime 路线具有</a:t>
            </a:r>
            <a:r>
              <a:rPr sz="2200" b="1" i="0">
                <a:solidFill>
                  <a:srgbClr val="F0442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可行性</a:t>
            </a:r>
            <a:r>
              <a:rPr sz="22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，但还</a:t>
            </a:r>
            <a:r>
              <a:rPr sz="2200" b="1" i="0">
                <a:solidFill>
                  <a:srgbClr val="F0442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不能当作生产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978" y="4222749"/>
            <a:ext cx="1428714" cy="412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466" y="4857749"/>
            <a:ext cx="1047723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长会话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4657" y="4857749"/>
            <a:ext cx="952476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打断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602" y="4857749"/>
            <a:ext cx="952476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0211F">
                    <a:alpha val="100000"/>
                  </a:srgbClr>
                </a:solidFill>
                <a:latin typeface="Helvetica Neue"/>
                <a:ea typeface="Helvetica Neue"/>
                <a:cs typeface="Helvetica Neue"/>
              </a:rPr>
              <a:t>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5" y="4857749"/>
            <a:ext cx="1047723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移动端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0240" y="4857749"/>
            <a:ext cx="1365216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真实用户指标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5942" y="5540375"/>
            <a:ext cx="7619809" cy="5397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0211F">
                    <a:alpha val="100000"/>
                  </a:srgbClr>
                </a:solidFill>
                <a:latin typeface="STHeiti"/>
                <a:ea typeface="STHeiti"/>
                <a:cs typeface="STHeiti"/>
              </a:rPr>
              <a:t>把实时语音模型变成真正的口语陪练产品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38" y="6286500"/>
            <a:ext cx="3968650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实时对话是底座，教学编排才是产品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3635" y="6286500"/>
            <a:ext cx="3238418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Web 先验证，移动端随后扩展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799" y="6286500"/>
            <a:ext cx="3809904" cy="31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0211F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下一里程碑：可靠性与真实用户效果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