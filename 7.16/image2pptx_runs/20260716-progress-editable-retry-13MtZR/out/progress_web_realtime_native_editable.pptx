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9e4285e7954070" /><Relationship Type="http://schemas.openxmlformats.org/officeDocument/2006/relationships/extended-properties" Target="/docProps/app.xml" Id="Rafe319bdf3fe4238" /><Relationship Type="http://schemas.openxmlformats.org/officeDocument/2006/relationships/officeDocument" Target="/ppt/presentation.xml" Id="R655647ab7a8242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81e932827d4a5d"/>
  </p:sldMasterIdLst>
  <p:notesMasterIdLst>
    <p:notesMasterId xmlns:r="http://schemas.openxmlformats.org/officeDocument/2006/relationships" r:id="Reeec84d1e8524e09"/>
  </p:notesMasterIdLst>
  <p:sldIdLst>
    <p:sldId xmlns:r="http://schemas.openxmlformats.org/officeDocument/2006/relationships" id="256" r:id="R5d5a790a22564580"/>
  </p:sldIdLst>
  <p:sldSz cx="15925800" cy="896302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f17c2033274dfe" /><Relationship Type="http://schemas.openxmlformats.org/officeDocument/2006/relationships/slideMaster" Target="/ppt/slideMasters/slideMaster1.xml" Id="R5b81e932827d4a5d" /><Relationship Type="http://schemas.openxmlformats.org/officeDocument/2006/relationships/notesMaster" Target="/ppt/notesMasters/notesMaster1.xml" Id="Reeec84d1e8524e09" /><Relationship Type="http://schemas.openxmlformats.org/officeDocument/2006/relationships/presProps" Target="/ppt/presProps.xml" Id="R48efb32eb0e74b97" /><Relationship Type="http://schemas.openxmlformats.org/officeDocument/2006/relationships/tableStyles" Target="/ppt/tableStyles.xml" Id="R6558b3d7859642d5" /><Relationship Type="http://schemas.openxmlformats.org/officeDocument/2006/relationships/slide" Target="/ppt/slides/slide1.xml" Id="R5d5a790a225645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b6789cd4f142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fd4f1af9c94d38" /><Relationship Type="http://schemas.openxmlformats.org/officeDocument/2006/relationships/notesMaster" Target="/ppt/notesMasters/notesMaster1.xml" Id="Rdb2267cc8db24e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53a90606a41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a11d5ecfe94625" /><Relationship Type="http://schemas.openxmlformats.org/officeDocument/2006/relationships/slideLayout" Target="/ppt/slideLayouts/slideLayout1.xml" Id="R6f6229b5712c4a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6229b5712c4a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fe11ae5574ad3" /><Relationship Type="http://schemas.openxmlformats.org/officeDocument/2006/relationships/notesSlide" Target="/ppt/notesSlides/notesSlide1.xml" Id="R4be8779ef3b543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0" name="accent-short-line">
            <a:extLst xmlns:a="http://schemas.openxmlformats.org/drawingml/2006/main">
              <a:ext uri="{FF2B5EF4-FFF2-40B4-BE49-F238E27FC236}">
                <a16:creationId xmlns:a16="http://schemas.microsoft.com/office/drawing/2014/main" id="{EE130C99-5E34-40F3-81DE-FD959183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5775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233"/>
          </a:solidFill>
          <a:ln xmlns:a="http://schemas.openxmlformats.org/drawingml/2006/main" w="0">
            <a:solidFill>
              <a:srgbClr val="F05233"/>
            </a:solidFill>
            <a:prstDash val="solid"/>
          </a:ln>
        </p:spPr>
      </p:sp>
      <p:sp>
        <p:nvSpPr>
          <p:cNvPr id="2" name="progress-label">
            <a:extLst xmlns:a="http://schemas.openxmlformats.org/drawingml/2006/main">
              <a:ext uri="{FF2B5EF4-FFF2-40B4-BE49-F238E27FC236}">
                <a16:creationId xmlns:a16="http://schemas.microsoft.com/office/drawing/2014/main" id="{3EFCDBBD-4FFD-4B88-8777-80020935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62000"/>
            <a:ext cx="1952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F05233"/>
                </a:solidFill>
                <a:latin typeface="Arial"/>
                <a:ea typeface="Arial"/>
                <a:cs typeface="Arial"/>
              </a:defRPr>
            </a:pPr>
            <a:r>
              <a:rPr sz="1215" b="1">
                <a:solidFill>
                  <a:srgbClr val="F05233"/>
                </a:solidFill>
                <a:latin typeface="Arial"/>
                <a:ea typeface="Arial"/>
                <a:cs typeface="Arial"/>
              </a:rPr>
              <a:t>P R O G R E S S</a:t>
            </a:r>
          </a:p>
        </p:txBody>
      </p:sp>
      <p:sp>
        <p:nvSpPr>
          <p:cNvPr id="3" name="title-line-1">
            <a:extLst xmlns:a="http://schemas.openxmlformats.org/drawingml/2006/main">
              <a:ext uri="{FF2B5EF4-FFF2-40B4-BE49-F238E27FC236}">
                <a16:creationId xmlns:a16="http://schemas.microsoft.com/office/drawing/2014/main" id="{B37FB7F9-FE67-4036-9845-7D50D049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33475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75" b="1">
                <a:solidFill>
                  <a:srgbClr val="181A1C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181A1C"/>
                </a:solidFill>
                <a:latin typeface="PingFang SC"/>
                <a:ea typeface="PingFang SC"/>
                <a:cs typeface="PingFang SC"/>
              </a:rPr>
              <a:t>两周内，</a:t>
            </a:r>
          </a:p>
        </p:txBody>
      </p:sp>
      <p:sp>
        <p:nvSpPr>
          <p:cNvPr id="4" name="title-line-2">
            <a:extLst xmlns:a="http://schemas.openxmlformats.org/drawingml/2006/main">
              <a:ext uri="{FF2B5EF4-FFF2-40B4-BE49-F238E27FC236}">
                <a16:creationId xmlns:a16="http://schemas.microsoft.com/office/drawing/2014/main" id="{94A98E59-614D-46AE-B0B7-A16E3F2E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71650"/>
            <a:ext cx="1257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42" b="1">
                <a:solidFill>
                  <a:srgbClr val="181A1C"/>
                </a:solidFill>
                <a:latin typeface="PingFang SC"/>
                <a:ea typeface="PingFang SC"/>
                <a:cs typeface="PingFang SC"/>
              </a:defRPr>
            </a:pPr>
            <a:r>
              <a:rPr sz="3442" b="1">
                <a:solidFill>
                  <a:srgbClr val="181A1C"/>
                </a:solidFill>
                <a:latin typeface="PingFang SC"/>
                <a:ea typeface="PingFang SC"/>
                <a:cs typeface="PingFang SC"/>
              </a:rPr>
              <a:t>我们从市场判断走到可运行的 Web Realtime 链路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9E5E9C6-F32E-4F7D-BB37-2ED342E0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90800"/>
            <a:ext cx="8191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85" b="0">
                <a:solidFill>
                  <a:srgbClr val="2B2B2B"/>
                </a:solidFill>
                <a:latin typeface="PingFang SC"/>
                <a:ea typeface="PingFang SC"/>
                <a:cs typeface="PingFang SC"/>
              </a:defRPr>
            </a:pPr>
            <a:r>
              <a:rPr sz="1485" b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Milestone 1 先用 Web 串起产品、实时语音、AI 编排与核心业务流程。</a:t>
            </a:r>
          </a:p>
        </p:txBody>
      </p:sp>
      <p:sp>
        <p:nvSpPr>
          <p:cNvPr id="6" name="timeline-main">
            <a:extLst xmlns:a="http://schemas.openxmlformats.org/drawingml/2006/main">
              <a:ext uri="{FF2B5EF4-FFF2-40B4-BE49-F238E27FC236}">
                <a16:creationId xmlns:a16="http://schemas.microsoft.com/office/drawing/2014/main" id="{C3AD98AD-DAA7-47D1-8A1E-BACE6BCC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1263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F05233"/>
            </a:solidFill>
            <a:prstDash val="solid"/>
          </a:ln>
        </p:spPr>
      </p:sp>
      <p:sp>
        <p:nvSpPr>
          <p:cNvPr id="7" name="timeline-chevron-331">
            <a:extLst xmlns:a="http://schemas.openxmlformats.org/drawingml/2006/main">
              <a:ext uri="{FF2B5EF4-FFF2-40B4-BE49-F238E27FC236}">
                <a16:creationId xmlns:a16="http://schemas.microsoft.com/office/drawing/2014/main" id="{6FEBD9A4-A05D-41D4-95D4-B63F3513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72025"/>
            <a:ext cx="95250" cy="209550"/>
          </a:xfrm>
          <a:custGeom xmlns:a="http://schemas.openxmlformats.org/drawingml/2006/main">
            <a:pathLst>
              <a:path w="95250" h="209550">
                <a:moveTo>
                  <a:pt x="0" y="0"/>
                </a:moveTo>
                <a:lnTo>
                  <a:pt x="95250" y="104775"/>
                </a:ln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F05233"/>
            </a:solidFill>
            <a:prstDash val="solid"/>
          </a:ln>
        </p:spPr>
      </p:sp>
      <p:sp>
        <p:nvSpPr>
          <p:cNvPr id="8" name="timeline-chevron-669">
            <a:extLst xmlns:a="http://schemas.openxmlformats.org/drawingml/2006/main">
              <a:ext uri="{FF2B5EF4-FFF2-40B4-BE49-F238E27FC236}">
                <a16:creationId xmlns:a16="http://schemas.microsoft.com/office/drawing/2014/main" id="{33CE5896-DD1B-42A2-981E-A0FEAD1E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72025"/>
            <a:ext cx="95250" cy="209550"/>
          </a:xfrm>
          <a:custGeom xmlns:a="http://schemas.openxmlformats.org/drawingml/2006/main">
            <a:pathLst>
              <a:path w="95250" h="209550">
                <a:moveTo>
                  <a:pt x="0" y="0"/>
                </a:moveTo>
                <a:lnTo>
                  <a:pt x="95250" y="104775"/>
                </a:ln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F05233"/>
            </a:solidFill>
            <a:prstDash val="solid"/>
          </a:ln>
        </p:spPr>
      </p:sp>
      <p:sp>
        <p:nvSpPr>
          <p:cNvPr id="9" name="timeline-chevron-1017">
            <a:extLst xmlns:a="http://schemas.openxmlformats.org/drawingml/2006/main">
              <a:ext uri="{FF2B5EF4-FFF2-40B4-BE49-F238E27FC236}">
                <a16:creationId xmlns:a16="http://schemas.microsoft.com/office/drawing/2014/main" id="{20F1D7AC-BE4C-4664-AC70-3C33BC8C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72025"/>
            <a:ext cx="95250" cy="209550"/>
          </a:xfrm>
          <a:custGeom xmlns:a="http://schemas.openxmlformats.org/drawingml/2006/main">
            <a:pathLst>
              <a:path w="95250" h="209550">
                <a:moveTo>
                  <a:pt x="0" y="0"/>
                </a:moveTo>
                <a:lnTo>
                  <a:pt x="95250" y="104775"/>
                </a:ln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F05233"/>
            </a:solidFill>
            <a:prstDash val="solid"/>
          </a:ln>
        </p:spPr>
      </p:sp>
      <p:sp>
        <p:nvSpPr>
          <p:cNvPr id="10" name="timeline-node-1-outer">
            <a:extLst xmlns:a="http://schemas.openxmlformats.org/drawingml/2006/main">
              <a:ext uri="{FF2B5EF4-FFF2-40B4-BE49-F238E27FC236}">
                <a16:creationId xmlns:a16="http://schemas.microsoft.com/office/drawing/2014/main" id="{9E04DE37-07A8-43C0-82B3-BE45A132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33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20955">
            <a:solidFill>
              <a:srgbClr val="F05233"/>
            </a:solidFill>
            <a:prstDash val="solid"/>
          </a:ln>
        </p:spPr>
      </p:sp>
      <p:sp>
        <p:nvSpPr>
          <p:cNvPr id="11" name="timeline-node-1-inner">
            <a:extLst xmlns:a="http://schemas.openxmlformats.org/drawingml/2006/main">
              <a:ext uri="{FF2B5EF4-FFF2-40B4-BE49-F238E27FC236}">
                <a16:creationId xmlns:a16="http://schemas.microsoft.com/office/drawing/2014/main" id="{1D295F80-D7EE-4018-BE82-9C44B4AA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91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33"/>
          </a:solidFill>
          <a:ln xmlns:a="http://schemas.openxmlformats.org/drawingml/2006/main" w="9525">
            <a:solidFill>
              <a:srgbClr val="F05233"/>
            </a:solidFill>
            <a:prstDash val="solid"/>
          </a:ln>
        </p:spPr>
      </p:sp>
      <p:sp>
        <p:nvSpPr>
          <p:cNvPr id="12" name="timeline-node-2-outer">
            <a:extLst xmlns:a="http://schemas.openxmlformats.org/drawingml/2006/main">
              <a:ext uri="{FF2B5EF4-FFF2-40B4-BE49-F238E27FC236}">
                <a16:creationId xmlns:a16="http://schemas.microsoft.com/office/drawing/2014/main" id="{1140A508-CB20-4663-922D-E5712C0F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33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20955">
            <a:solidFill>
              <a:srgbClr val="F05233"/>
            </a:solidFill>
            <a:prstDash val="solid"/>
          </a:ln>
        </p:spPr>
      </p:sp>
      <p:sp>
        <p:nvSpPr>
          <p:cNvPr id="13" name="timeline-node-2-inner">
            <a:extLst xmlns:a="http://schemas.openxmlformats.org/drawingml/2006/main">
              <a:ext uri="{FF2B5EF4-FFF2-40B4-BE49-F238E27FC236}">
                <a16:creationId xmlns:a16="http://schemas.microsoft.com/office/drawing/2014/main" id="{FBB93010-B59A-4B57-B721-CC4059A9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91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33"/>
          </a:solidFill>
          <a:ln xmlns:a="http://schemas.openxmlformats.org/drawingml/2006/main" w="9525">
            <a:solidFill>
              <a:srgbClr val="F05233"/>
            </a:solidFill>
            <a:prstDash val="solid"/>
          </a:ln>
        </p:spPr>
      </p:sp>
      <p:sp>
        <p:nvSpPr>
          <p:cNvPr id="14" name="timeline-node-3-outer">
            <a:extLst xmlns:a="http://schemas.openxmlformats.org/drawingml/2006/main">
              <a:ext uri="{FF2B5EF4-FFF2-40B4-BE49-F238E27FC236}">
                <a16:creationId xmlns:a16="http://schemas.microsoft.com/office/drawing/2014/main" id="{D4A3B66B-706C-445C-A688-4ED6EB23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33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20955">
            <a:solidFill>
              <a:srgbClr val="F05233"/>
            </a:solidFill>
            <a:prstDash val="solid"/>
          </a:ln>
        </p:spPr>
      </p:sp>
      <p:sp>
        <p:nvSpPr>
          <p:cNvPr id="15" name="timeline-node-3-inner">
            <a:extLst xmlns:a="http://schemas.openxmlformats.org/drawingml/2006/main">
              <a:ext uri="{FF2B5EF4-FFF2-40B4-BE49-F238E27FC236}">
                <a16:creationId xmlns:a16="http://schemas.microsoft.com/office/drawing/2014/main" id="{7C890C14-F1FE-462C-BBE1-EDBC8BED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91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33"/>
          </a:solidFill>
          <a:ln xmlns:a="http://schemas.openxmlformats.org/drawingml/2006/main" w="9525">
            <a:solidFill>
              <a:srgbClr val="F05233"/>
            </a:solidFill>
            <a:prstDash val="solid"/>
          </a:ln>
        </p:spPr>
      </p:sp>
      <p:sp>
        <p:nvSpPr>
          <p:cNvPr id="16" name="timeline-node-4-outer">
            <a:extLst xmlns:a="http://schemas.openxmlformats.org/drawingml/2006/main">
              <a:ext uri="{FF2B5EF4-FFF2-40B4-BE49-F238E27FC236}">
                <a16:creationId xmlns:a16="http://schemas.microsoft.com/office/drawing/2014/main" id="{9908D479-1254-443E-B1E2-2829D941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733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20955">
            <a:solidFill>
              <a:srgbClr val="F05233"/>
            </a:solidFill>
            <a:prstDash val="solid"/>
          </a:ln>
        </p:spPr>
      </p:sp>
      <p:sp>
        <p:nvSpPr>
          <p:cNvPr id="17" name="timeline-node-4-inner">
            <a:extLst xmlns:a="http://schemas.openxmlformats.org/drawingml/2006/main">
              <a:ext uri="{FF2B5EF4-FFF2-40B4-BE49-F238E27FC236}">
                <a16:creationId xmlns:a16="http://schemas.microsoft.com/office/drawing/2014/main" id="{BD24045E-7C38-45BE-B2A1-F38F754E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791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33"/>
          </a:solidFill>
          <a:ln xmlns:a="http://schemas.openxmlformats.org/drawingml/2006/main" w="9525">
            <a:solidFill>
              <a:srgbClr val="F05233"/>
            </a:solidFill>
            <a:prstDash val="solid"/>
          </a:ln>
        </p:spPr>
      </p:sp>
      <p:sp>
        <p:nvSpPr>
          <p:cNvPr id="18" name="timeline-node-5-outer">
            <a:extLst xmlns:a="http://schemas.openxmlformats.org/drawingml/2006/main">
              <a:ext uri="{FF2B5EF4-FFF2-40B4-BE49-F238E27FC236}">
                <a16:creationId xmlns:a16="http://schemas.microsoft.com/office/drawing/2014/main" id="{06C6EDAE-8AE2-4C6E-A2BA-B0BC3650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1525" y="4733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20955">
            <a:solidFill>
              <a:srgbClr val="F05233"/>
            </a:solidFill>
            <a:prstDash val="solid"/>
          </a:ln>
        </p:spPr>
      </p:sp>
      <p:sp>
        <p:nvSpPr>
          <p:cNvPr id="19" name="timeline-node-5-inner">
            <a:extLst xmlns:a="http://schemas.openxmlformats.org/drawingml/2006/main">
              <a:ext uri="{FF2B5EF4-FFF2-40B4-BE49-F238E27FC236}">
                <a16:creationId xmlns:a16="http://schemas.microsoft.com/office/drawing/2014/main" id="{40F7B55D-D6C0-4D71-8963-C311A62E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4791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5233"/>
          </a:solidFill>
          <a:ln xmlns:a="http://schemas.openxmlformats.org/drawingml/2006/main" w="9525">
            <a:solidFill>
              <a:srgbClr val="F05233"/>
            </a:solidFill>
            <a:prstDash val="solid"/>
          </a:ln>
        </p:spPr>
      </p:sp>
      <p:sp>
        <p:nvSpPr>
          <p:cNvPr id="20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4530290B-4198-4C7C-8981-8E0D9543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4385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33" b="1">
                <a:solidFill>
                  <a:srgbClr val="F05233"/>
                </a:solidFill>
                <a:latin typeface="Arial"/>
                <a:ea typeface="Arial"/>
                <a:cs typeface="Arial"/>
              </a:defRPr>
            </a:pPr>
            <a:r>
              <a:rPr sz="2633" b="1">
                <a:solidFill>
                  <a:srgbClr val="F052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1" name="stage-1-label">
            <a:extLst xmlns:a="http://schemas.openxmlformats.org/drawingml/2006/main">
              <a:ext uri="{FF2B5EF4-FFF2-40B4-BE49-F238E27FC236}">
                <a16:creationId xmlns:a16="http://schemas.microsoft.com/office/drawing/2014/main" id="{9193EA71-01D6-4B42-9B0E-BF4996B6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20002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85" b="1">
                <a:solidFill>
                  <a:srgbClr val="181A1C"/>
                </a:solidFill>
                <a:latin typeface="PingFang SC"/>
                <a:ea typeface="PingFang SC"/>
                <a:cs typeface="PingFang SC"/>
              </a:defRPr>
            </a:pPr>
            <a:r>
              <a:rPr sz="1485" b="1">
                <a:solidFill>
                  <a:srgbClr val="181A1C"/>
                </a:solidFill>
                <a:latin typeface="PingFang SC"/>
                <a:ea typeface="PingFang SC"/>
                <a:cs typeface="PingFang SC"/>
              </a:rPr>
              <a:t>产品调研与竞品矩阵</a:t>
            </a:r>
          </a:p>
        </p:txBody>
      </p:sp>
      <p:sp>
        <p:nvSpPr>
          <p:cNvPr id="22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10EE6874-422E-4117-8462-49BBCDFC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385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33" b="1">
                <a:solidFill>
                  <a:srgbClr val="F05233"/>
                </a:solidFill>
                <a:latin typeface="Arial"/>
                <a:ea typeface="Arial"/>
                <a:cs typeface="Arial"/>
              </a:defRPr>
            </a:pPr>
            <a:r>
              <a:rPr sz="2633" b="1">
                <a:solidFill>
                  <a:srgbClr val="F052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stage-2-label">
            <a:extLst xmlns:a="http://schemas.openxmlformats.org/drawingml/2006/main">
              <a:ext uri="{FF2B5EF4-FFF2-40B4-BE49-F238E27FC236}">
                <a16:creationId xmlns:a16="http://schemas.microsoft.com/office/drawing/2014/main" id="{3D18A034-00F8-4239-8F81-3F75661C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219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85" b="1">
                <a:solidFill>
                  <a:srgbClr val="181A1C"/>
                </a:solidFill>
                <a:latin typeface="PingFang SC"/>
                <a:ea typeface="PingFang SC"/>
                <a:cs typeface="PingFang SC"/>
              </a:defRPr>
            </a:pPr>
            <a:r>
              <a:rPr sz="1485" b="1">
                <a:solidFill>
                  <a:srgbClr val="181A1C"/>
                </a:solidFill>
                <a:latin typeface="PingFang SC"/>
                <a:ea typeface="PingFang SC"/>
                <a:cs typeface="PingFang SC"/>
              </a:rPr>
              <a:t>产品计划、交互原型与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85" b="1">
                <a:solidFill>
                  <a:srgbClr val="181A1C"/>
                </a:solidFill>
                <a:latin typeface="PingFang SC"/>
                <a:ea typeface="PingFang SC"/>
                <a:cs typeface="PingFang SC"/>
              </a:defRPr>
            </a:pPr>
            <a:r>
              <a:rPr sz="1485" b="1">
                <a:solidFill>
                  <a:srgbClr val="181A1C"/>
                </a:solidFill>
                <a:latin typeface="PingFang SC"/>
                <a:ea typeface="PingFang SC"/>
                <a:cs typeface="PingFang SC"/>
              </a:rPr>
              <a:t>Prompt 测试</a:t>
            </a:r>
          </a:p>
        </p:txBody>
      </p:sp>
      <p:sp>
        <p:nvSpPr>
          <p:cNvPr id="24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619D1D67-D505-4E96-8A64-FA76F8EE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385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33" b="1">
                <a:solidFill>
                  <a:srgbClr val="F05233"/>
                </a:solidFill>
                <a:latin typeface="Arial"/>
                <a:ea typeface="Arial"/>
                <a:cs typeface="Arial"/>
              </a:defRPr>
            </a:pPr>
            <a:r>
              <a:rPr sz="2633" b="1">
                <a:solidFill>
                  <a:srgbClr val="F052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stage-3-label">
            <a:extLst xmlns:a="http://schemas.openxmlformats.org/drawingml/2006/main">
              <a:ext uri="{FF2B5EF4-FFF2-40B4-BE49-F238E27FC236}">
                <a16:creationId xmlns:a16="http://schemas.microsoft.com/office/drawing/2014/main" id="{F22087E8-7AA3-463A-B87B-1DE80546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2571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85" b="1">
                <a:solidFill>
                  <a:srgbClr val="181A1C"/>
                </a:solidFill>
                <a:latin typeface="PingFang SC"/>
                <a:ea typeface="PingFang SC"/>
                <a:cs typeface="PingFang SC"/>
              </a:defRPr>
            </a:pPr>
            <a:r>
              <a:rPr sz="1485" b="1">
                <a:solidFill>
                  <a:srgbClr val="181A1C"/>
                </a:solidFill>
                <a:latin typeface="PingFang SC"/>
                <a:ea typeface="PingFang SC"/>
                <a:cs typeface="PingFang SC"/>
              </a:rPr>
              <a:t>WebRTC / Realtime POC</a:t>
            </a:r>
          </a:p>
        </p:txBody>
      </p:sp>
      <p:sp>
        <p:nvSpPr>
          <p:cNvPr id="26" name="stage-4-number">
            <a:extLst xmlns:a="http://schemas.openxmlformats.org/drawingml/2006/main">
              <a:ext uri="{FF2B5EF4-FFF2-40B4-BE49-F238E27FC236}">
                <a16:creationId xmlns:a16="http://schemas.microsoft.com/office/drawing/2014/main" id="{602464F0-9655-45F1-A897-CCB0BEB0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4385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33" b="1">
                <a:solidFill>
                  <a:srgbClr val="F05233"/>
                </a:solidFill>
                <a:latin typeface="Arial"/>
                <a:ea typeface="Arial"/>
                <a:cs typeface="Arial"/>
              </a:defRPr>
            </a:pPr>
            <a:r>
              <a:rPr sz="2633" b="1">
                <a:solidFill>
                  <a:srgbClr val="F0523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stage-4-label">
            <a:extLst xmlns:a="http://schemas.openxmlformats.org/drawingml/2006/main">
              <a:ext uri="{FF2B5EF4-FFF2-40B4-BE49-F238E27FC236}">
                <a16:creationId xmlns:a16="http://schemas.microsoft.com/office/drawing/2014/main" id="{6BA761EA-A8DE-40DF-9343-F084D0DC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05250"/>
            <a:ext cx="214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85" b="1">
                <a:solidFill>
                  <a:srgbClr val="181A1C"/>
                </a:solidFill>
                <a:latin typeface="PingFang SC"/>
                <a:ea typeface="PingFang SC"/>
                <a:cs typeface="PingFang SC"/>
              </a:defRPr>
            </a:pPr>
            <a:r>
              <a:rPr sz="1485" b="1">
                <a:solidFill>
                  <a:srgbClr val="181A1C"/>
                </a:solidFill>
                <a:latin typeface="PingFang SC"/>
                <a:ea typeface="PingFang SC"/>
                <a:cs typeface="PingFang SC"/>
              </a:rPr>
              <a:t>响应式 React Web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85" b="1">
                <a:solidFill>
                  <a:srgbClr val="181A1C"/>
                </a:solidFill>
                <a:latin typeface="PingFang SC"/>
                <a:ea typeface="PingFang SC"/>
                <a:cs typeface="PingFang SC"/>
              </a:defRPr>
            </a:pPr>
            <a:r>
              <a:rPr sz="1485" b="1">
                <a:solidFill>
                  <a:srgbClr val="181A1C"/>
                </a:solidFill>
                <a:latin typeface="PingFang SC"/>
                <a:ea typeface="PingFang SC"/>
                <a:cs typeface="PingFang SC"/>
              </a:rPr>
              <a:t>与新系统架构</a:t>
            </a:r>
          </a:p>
        </p:txBody>
      </p:sp>
      <p:sp>
        <p:nvSpPr>
          <p:cNvPr id="28" name="matrix-card">
            <a:extLst xmlns:a="http://schemas.openxmlformats.org/drawingml/2006/main">
              <a:ext uri="{FF2B5EF4-FFF2-40B4-BE49-F238E27FC236}">
                <a16:creationId xmlns:a16="http://schemas.microsoft.com/office/drawing/2014/main" id="{D18718D1-CAAD-46DA-BDA5-A89BB4B6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2371725" cy="2667000"/>
          </a:xfrm>
          <a:prstGeom xmlns:a="http://schemas.openxmlformats.org/drawingml/2006/main" prst="roundRect">
            <a:avLst>
              <a:gd name="adj" fmla="val 5622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12383">
            <a:solidFill>
              <a:srgbClr val="C8C1B5"/>
            </a:solidFill>
            <a:prstDash val="solid"/>
          </a:ln>
        </p:spPr>
      </p:sp>
      <p:sp>
        <p:nvSpPr>
          <p:cNvPr id="29" name="prototype-card">
            <a:extLst xmlns:a="http://schemas.openxmlformats.org/drawingml/2006/main">
              <a:ext uri="{FF2B5EF4-FFF2-40B4-BE49-F238E27FC236}">
                <a16:creationId xmlns:a16="http://schemas.microsoft.com/office/drawing/2014/main" id="{9E45BA42-BB98-4744-8A45-F5FB84AA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19700"/>
            <a:ext cx="2571750" cy="266700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12383">
            <a:solidFill>
              <a:srgbClr val="C8C1B5"/>
            </a:solidFill>
            <a:prstDash val="solid"/>
          </a:ln>
        </p:spPr>
      </p:sp>
      <p:sp>
        <p:nvSpPr>
          <p:cNvPr id="30" name="realtime-card">
            <a:extLst xmlns:a="http://schemas.openxmlformats.org/drawingml/2006/main">
              <a:ext uri="{FF2B5EF4-FFF2-40B4-BE49-F238E27FC236}">
                <a16:creationId xmlns:a16="http://schemas.microsoft.com/office/drawing/2014/main" id="{56557845-A856-4566-86DD-E6022FA3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19700"/>
            <a:ext cx="2828925" cy="2667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12383">
            <a:solidFill>
              <a:srgbClr val="C8C1B5"/>
            </a:solidFill>
            <a:prstDash val="solid"/>
          </a:ln>
        </p:spPr>
      </p:sp>
      <p:sp>
        <p:nvSpPr>
          <p:cNvPr id="31" name="react-card">
            <a:extLst xmlns:a="http://schemas.openxmlformats.org/drawingml/2006/main">
              <a:ext uri="{FF2B5EF4-FFF2-40B4-BE49-F238E27FC236}">
                <a16:creationId xmlns:a16="http://schemas.microsoft.com/office/drawing/2014/main" id="{28307813-4C87-4544-8F5A-DF1552C7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219700"/>
            <a:ext cx="2438400" cy="2667000"/>
          </a:xfrm>
          <a:prstGeom xmlns:a="http://schemas.openxmlformats.org/drawingml/2006/main" prst="roundRect">
            <a:avLst>
              <a:gd name="adj" fmla="val 5469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12383">
            <a:solidFill>
              <a:srgbClr val="C8C1B5"/>
            </a:solidFill>
            <a:prstDash val="solid"/>
          </a:ln>
        </p:spPr>
      </p:sp>
      <p:sp>
        <p:nvSpPr>
          <p:cNvPr id="32" name="matrix-v-136">
            <a:extLst xmlns:a="http://schemas.openxmlformats.org/drawingml/2006/main">
              <a:ext uri="{FF2B5EF4-FFF2-40B4-BE49-F238E27FC236}">
                <a16:creationId xmlns:a16="http://schemas.microsoft.com/office/drawing/2014/main" id="{8A0CF829-9BFC-4DE1-B804-A1980674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19725"/>
            <a:ext cx="0" cy="2266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1B5"/>
            </a:solidFill>
            <a:prstDash val="solid"/>
          </a:ln>
        </p:spPr>
      </p:sp>
      <p:sp>
        <p:nvSpPr>
          <p:cNvPr id="33" name="matrix-v-189">
            <a:extLst xmlns:a="http://schemas.openxmlformats.org/drawingml/2006/main">
              <a:ext uri="{FF2B5EF4-FFF2-40B4-BE49-F238E27FC236}">
                <a16:creationId xmlns:a16="http://schemas.microsoft.com/office/drawing/2014/main" id="{D76C2374-AF89-48A6-A335-B11D0651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419725"/>
            <a:ext cx="0" cy="2266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1B5"/>
            </a:solidFill>
            <a:prstDash val="solid"/>
          </a:ln>
        </p:spPr>
      </p:sp>
      <p:sp>
        <p:nvSpPr>
          <p:cNvPr id="34" name="matrix-v-240">
            <a:extLst xmlns:a="http://schemas.openxmlformats.org/drawingml/2006/main">
              <a:ext uri="{FF2B5EF4-FFF2-40B4-BE49-F238E27FC236}">
                <a16:creationId xmlns:a16="http://schemas.microsoft.com/office/drawing/2014/main" id="{18E9B6A2-35AA-4F45-A2E2-494D1DEB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19725"/>
            <a:ext cx="0" cy="2266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1B5"/>
            </a:solidFill>
            <a:prstDash val="solid"/>
          </a:ln>
        </p:spPr>
      </p:sp>
      <p:sp>
        <p:nvSpPr>
          <p:cNvPr id="35" name="matrix-h-605">
            <a:extLst xmlns:a="http://schemas.openxmlformats.org/drawingml/2006/main">
              <a:ext uri="{FF2B5EF4-FFF2-40B4-BE49-F238E27FC236}">
                <a16:creationId xmlns:a16="http://schemas.microsoft.com/office/drawing/2014/main" id="{A8EBE285-399E-4325-B4EC-FD528E5A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62625"/>
            <a:ext cx="2257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1B5"/>
            </a:solidFill>
            <a:prstDash val="solid"/>
          </a:ln>
        </p:spPr>
      </p:sp>
      <p:sp>
        <p:nvSpPr>
          <p:cNvPr id="36" name="matrix-h-657">
            <a:extLst xmlns:a="http://schemas.openxmlformats.org/drawingml/2006/main">
              <a:ext uri="{FF2B5EF4-FFF2-40B4-BE49-F238E27FC236}">
                <a16:creationId xmlns:a16="http://schemas.microsoft.com/office/drawing/2014/main" id="{027871EC-AB71-4D28-8196-EBDA2F18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57925"/>
            <a:ext cx="2257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1B5"/>
            </a:solidFill>
            <a:prstDash val="solid"/>
          </a:ln>
        </p:spPr>
      </p:sp>
      <p:sp>
        <p:nvSpPr>
          <p:cNvPr id="37" name="matrix-h-709">
            <a:extLst xmlns:a="http://schemas.openxmlformats.org/drawingml/2006/main">
              <a:ext uri="{FF2B5EF4-FFF2-40B4-BE49-F238E27FC236}">
                <a16:creationId xmlns:a16="http://schemas.microsoft.com/office/drawing/2014/main" id="{71C424D9-FF7B-4B12-ADB4-41B77BA4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753225"/>
            <a:ext cx="2257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1B5"/>
            </a:solidFill>
            <a:prstDash val="solid"/>
          </a:ln>
        </p:spPr>
      </p:sp>
      <p:sp>
        <p:nvSpPr>
          <p:cNvPr id="38" name="matrix-h-760">
            <a:extLst xmlns:a="http://schemas.openxmlformats.org/drawingml/2006/main">
              <a:ext uri="{FF2B5EF4-FFF2-40B4-BE49-F238E27FC236}">
                <a16:creationId xmlns:a16="http://schemas.microsoft.com/office/drawing/2014/main" id="{BB14FC03-12AA-4967-A6BC-696CE757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0"/>
            <a:ext cx="2257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1B5"/>
            </a:solidFill>
            <a:prstDash val="solid"/>
          </a:ln>
        </p:spPr>
      </p:sp>
      <p:sp>
        <p:nvSpPr>
          <p:cNvPr id="39" name="matrix-header-0">
            <a:extLst xmlns:a="http://schemas.openxmlformats.org/drawingml/2006/main">
              <a:ext uri="{FF2B5EF4-FFF2-40B4-BE49-F238E27FC236}">
                <a16:creationId xmlns:a16="http://schemas.microsoft.com/office/drawing/2014/main" id="{70E5EEAC-D2B7-41CB-B920-A8443085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524500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05233"/>
            </a:solidFill>
            <a:prstDash val="solid"/>
          </a:ln>
        </p:spPr>
      </p:sp>
      <p:sp>
        <p:nvSpPr>
          <p:cNvPr id="40" name="matrix-header-1">
            <a:extLst xmlns:a="http://schemas.openxmlformats.org/drawingml/2006/main">
              <a:ext uri="{FF2B5EF4-FFF2-40B4-BE49-F238E27FC236}">
                <a16:creationId xmlns:a16="http://schemas.microsoft.com/office/drawing/2014/main" id="{5A37BD55-81D3-4D55-AF85-DCF7CBEA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524500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F8A00"/>
            </a:solidFill>
            <a:prstDash val="solid"/>
          </a:ln>
        </p:spPr>
      </p:sp>
      <p:sp>
        <p:nvSpPr>
          <p:cNvPr id="41" name="matrix-header-2">
            <a:extLst xmlns:a="http://schemas.openxmlformats.org/drawingml/2006/main">
              <a:ext uri="{FF2B5EF4-FFF2-40B4-BE49-F238E27FC236}">
                <a16:creationId xmlns:a16="http://schemas.microsoft.com/office/drawing/2014/main" id="{1F5D895F-9C2B-4A5E-A531-6F53664D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24500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AA3A8"/>
            </a:solidFill>
            <a:prstDash val="solid"/>
          </a:ln>
        </p:spPr>
      </p:sp>
      <p:sp>
        <p:nvSpPr>
          <p:cNvPr id="42" name="matrix-row-1-circle">
            <a:extLst xmlns:a="http://schemas.openxmlformats.org/drawingml/2006/main">
              <a:ext uri="{FF2B5EF4-FFF2-40B4-BE49-F238E27FC236}">
                <a16:creationId xmlns:a16="http://schemas.microsoft.com/office/drawing/2014/main" id="{C7ECDD78-03F5-43BD-8057-3357E021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46A70"/>
            </a:solidFill>
            <a:prstDash val="solid"/>
          </a:ln>
        </p:spPr>
      </p:sp>
      <p:sp>
        <p:nvSpPr>
          <p:cNvPr id="43" name="matrix-row-1-line">
            <a:extLst xmlns:a="http://schemas.openxmlformats.org/drawingml/2006/main">
              <a:ext uri="{FF2B5EF4-FFF2-40B4-BE49-F238E27FC236}">
                <a16:creationId xmlns:a16="http://schemas.microsoft.com/office/drawing/2014/main" id="{BD0EAF44-2E74-4AE7-838F-84C97D6C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102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A8882"/>
            </a:solidFill>
            <a:prstDash val="solid"/>
          </a:ln>
        </p:spPr>
      </p:sp>
      <p:sp>
        <p:nvSpPr>
          <p:cNvPr id="44" name="matrix-row-2-circle">
            <a:extLst xmlns:a="http://schemas.openxmlformats.org/drawingml/2006/main">
              <a:ext uri="{FF2B5EF4-FFF2-40B4-BE49-F238E27FC236}">
                <a16:creationId xmlns:a16="http://schemas.microsoft.com/office/drawing/2014/main" id="{3989F3FF-79A9-4E95-B059-0BA93B49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48425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46A70"/>
            </a:solidFill>
            <a:prstDash val="solid"/>
          </a:ln>
        </p:spPr>
      </p:sp>
      <p:sp>
        <p:nvSpPr>
          <p:cNvPr id="45" name="matrix-row-2-line">
            <a:extLst xmlns:a="http://schemas.openxmlformats.org/drawingml/2006/main">
              <a:ext uri="{FF2B5EF4-FFF2-40B4-BE49-F238E27FC236}">
                <a16:creationId xmlns:a16="http://schemas.microsoft.com/office/drawing/2014/main" id="{EBC86E40-595C-434C-99BF-8C038705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505575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A8882"/>
            </a:solidFill>
            <a:prstDash val="solid"/>
          </a:ln>
        </p:spPr>
      </p:sp>
      <p:sp>
        <p:nvSpPr>
          <p:cNvPr id="46" name="matrix-row-3-circle">
            <a:extLst xmlns:a="http://schemas.openxmlformats.org/drawingml/2006/main">
              <a:ext uri="{FF2B5EF4-FFF2-40B4-BE49-F238E27FC236}">
                <a16:creationId xmlns:a16="http://schemas.microsoft.com/office/drawing/2014/main" id="{4EF6368C-8956-4487-AB99-39E012D8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34200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46A70"/>
            </a:solidFill>
            <a:prstDash val="solid"/>
          </a:ln>
        </p:spPr>
      </p:sp>
      <p:sp>
        <p:nvSpPr>
          <p:cNvPr id="47" name="matrix-row-3-line">
            <a:extLst xmlns:a="http://schemas.openxmlformats.org/drawingml/2006/main">
              <a:ext uri="{FF2B5EF4-FFF2-40B4-BE49-F238E27FC236}">
                <a16:creationId xmlns:a16="http://schemas.microsoft.com/office/drawing/2014/main" id="{E0B0FACE-4C22-41CF-8104-53181571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9135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A8882"/>
            </a:solidFill>
            <a:prstDash val="solid"/>
          </a:ln>
        </p:spPr>
      </p:sp>
      <p:sp>
        <p:nvSpPr>
          <p:cNvPr id="48" name="matrix-row-4-circle">
            <a:extLst xmlns:a="http://schemas.openxmlformats.org/drawingml/2006/main">
              <a:ext uri="{FF2B5EF4-FFF2-40B4-BE49-F238E27FC236}">
                <a16:creationId xmlns:a16="http://schemas.microsoft.com/office/drawing/2014/main" id="{ED0720D1-6C5C-4C31-A265-4643176D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0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46A70"/>
            </a:solidFill>
            <a:prstDash val="solid"/>
          </a:ln>
        </p:spPr>
      </p:sp>
      <p:sp>
        <p:nvSpPr>
          <p:cNvPr id="49" name="matrix-row-4-line">
            <a:extLst xmlns:a="http://schemas.openxmlformats.org/drawingml/2006/main">
              <a:ext uri="{FF2B5EF4-FFF2-40B4-BE49-F238E27FC236}">
                <a16:creationId xmlns:a16="http://schemas.microsoft.com/office/drawing/2014/main" id="{32186935-4FC8-47B4-A9BE-F4A5933F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48665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8A8882"/>
            </a:solidFill>
            <a:prstDash val="solid"/>
          </a:ln>
        </p:spPr>
      </p:sp>
      <p:sp>
        <p:nvSpPr>
          <p:cNvPr id="50" name="matrix-mark-1">
            <a:extLst xmlns:a="http://schemas.openxmlformats.org/drawingml/2006/main">
              <a:ext uri="{FF2B5EF4-FFF2-40B4-BE49-F238E27FC236}">
                <a16:creationId xmlns:a16="http://schemas.microsoft.com/office/drawing/2014/main" id="{1C331DBC-B14B-4C42-B3A2-CC46F4D1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8959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0">
                <a:solidFill>
                  <a:srgbClr val="1AA3A8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1AA3A8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1" name="matrix-mark-2">
            <a:extLst xmlns:a="http://schemas.openxmlformats.org/drawingml/2006/main">
              <a:ext uri="{FF2B5EF4-FFF2-40B4-BE49-F238E27FC236}">
                <a16:creationId xmlns:a16="http://schemas.microsoft.com/office/drawing/2014/main" id="{C6CCACDD-9D0A-4829-B6DA-7B73EA1C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959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0">
                <a:solidFill>
                  <a:srgbClr val="1AA3A8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1AA3A8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52" name="matrix-mark-3">
            <a:extLst xmlns:a="http://schemas.openxmlformats.org/drawingml/2006/main">
              <a:ext uri="{FF2B5EF4-FFF2-40B4-BE49-F238E27FC236}">
                <a16:creationId xmlns:a16="http://schemas.microsoft.com/office/drawing/2014/main" id="{652EDADB-11E9-49FB-B353-9DBB06B9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8959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0">
                <a:solidFill>
                  <a:srgbClr val="A09D98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A09D98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53" name="matrix-mark-4">
            <a:extLst xmlns:a="http://schemas.openxmlformats.org/drawingml/2006/main">
              <a:ext uri="{FF2B5EF4-FFF2-40B4-BE49-F238E27FC236}">
                <a16:creationId xmlns:a16="http://schemas.microsoft.com/office/drawing/2014/main" id="{5840F1C6-A142-4005-8CFD-6AE6A0D1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63912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0">
                <a:solidFill>
                  <a:srgbClr val="6C9C9E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6C9C9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4" name="matrix-mark-5">
            <a:extLst xmlns:a="http://schemas.openxmlformats.org/drawingml/2006/main">
              <a:ext uri="{FF2B5EF4-FFF2-40B4-BE49-F238E27FC236}">
                <a16:creationId xmlns:a16="http://schemas.microsoft.com/office/drawing/2014/main" id="{CBD37BCB-2370-4450-91C6-F9A693F9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3912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0">
                <a:solidFill>
                  <a:srgbClr val="F05233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F05233"/>
                </a:solidFill>
                <a:latin typeface="Arial"/>
                <a:ea typeface="Arial"/>
                <a:cs typeface="Arial"/>
              </a:rPr>
              <a:t>○</a:t>
            </a:r>
          </a:p>
        </p:txBody>
      </p:sp>
      <p:sp>
        <p:nvSpPr>
          <p:cNvPr id="55" name="matrix-mark-6">
            <a:extLst xmlns:a="http://schemas.openxmlformats.org/drawingml/2006/main">
              <a:ext uri="{FF2B5EF4-FFF2-40B4-BE49-F238E27FC236}">
                <a16:creationId xmlns:a16="http://schemas.microsoft.com/office/drawing/2014/main" id="{B3661F59-846F-4E7F-850C-7EC355B1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63912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0">
                <a:solidFill>
                  <a:srgbClr val="1AA3A8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1AA3A8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6" name="matrix-mark-7">
            <a:extLst xmlns:a="http://schemas.openxmlformats.org/drawingml/2006/main">
              <a:ext uri="{FF2B5EF4-FFF2-40B4-BE49-F238E27FC236}">
                <a16:creationId xmlns:a16="http://schemas.microsoft.com/office/drawing/2014/main" id="{541C9EE6-7327-4781-88CE-3AE85024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68770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0">
                <a:solidFill>
                  <a:srgbClr val="1AA3A8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1AA3A8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7" name="matrix-mark-8">
            <a:extLst xmlns:a="http://schemas.openxmlformats.org/drawingml/2006/main">
              <a:ext uri="{FF2B5EF4-FFF2-40B4-BE49-F238E27FC236}">
                <a16:creationId xmlns:a16="http://schemas.microsoft.com/office/drawing/2014/main" id="{BAB1CDF0-1420-4FDC-8B83-C043F9AF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8770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0">
                <a:solidFill>
                  <a:srgbClr val="1AA3A8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1AA3A8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8" name="matrix-mark-9">
            <a:extLst xmlns:a="http://schemas.openxmlformats.org/drawingml/2006/main">
              <a:ext uri="{FF2B5EF4-FFF2-40B4-BE49-F238E27FC236}">
                <a16:creationId xmlns:a16="http://schemas.microsoft.com/office/drawing/2014/main" id="{853A4FCB-DDD2-4354-969D-0992C6E8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68770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0">
                <a:solidFill>
                  <a:srgbClr val="F05233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F05233"/>
                </a:solidFill>
                <a:latin typeface="Arial"/>
                <a:ea typeface="Arial"/>
                <a:cs typeface="Arial"/>
              </a:rPr>
              <a:t>○</a:t>
            </a:r>
          </a:p>
        </p:txBody>
      </p:sp>
      <p:sp>
        <p:nvSpPr>
          <p:cNvPr id="59" name="matrix-mark-10">
            <a:extLst xmlns:a="http://schemas.openxmlformats.org/drawingml/2006/main">
              <a:ext uri="{FF2B5EF4-FFF2-40B4-BE49-F238E27FC236}">
                <a16:creationId xmlns:a16="http://schemas.microsoft.com/office/drawing/2014/main" id="{E2DA10CE-F9BD-4368-8390-E0D0C8A9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7372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0">
                <a:solidFill>
                  <a:srgbClr val="A09D98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A09D98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60" name="matrix-mark-11">
            <a:extLst xmlns:a="http://schemas.openxmlformats.org/drawingml/2006/main">
              <a:ext uri="{FF2B5EF4-FFF2-40B4-BE49-F238E27FC236}">
                <a16:creationId xmlns:a16="http://schemas.microsoft.com/office/drawing/2014/main" id="{E09ECB9B-7ED5-4FA6-802F-198D5E05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372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0">
                <a:solidFill>
                  <a:srgbClr val="A09D98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A09D98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61" name="matrix-mark-12">
            <a:extLst xmlns:a="http://schemas.openxmlformats.org/drawingml/2006/main">
              <a:ext uri="{FF2B5EF4-FFF2-40B4-BE49-F238E27FC236}">
                <a16:creationId xmlns:a16="http://schemas.microsoft.com/office/drawing/2014/main" id="{18D3FD8B-243F-47B5-91B5-7770FE76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7372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48" b="0">
                <a:solidFill>
                  <a:srgbClr val="A09D98"/>
                </a:solidFill>
                <a:latin typeface="Arial"/>
                <a:ea typeface="Arial"/>
                <a:cs typeface="Arial"/>
              </a:defRPr>
            </a:pPr>
            <a:r>
              <a:rPr sz="1148" b="0">
                <a:solidFill>
                  <a:srgbClr val="A09D98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62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EBF721C-A09F-49D3-BF72-43E90F7D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6673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46A70"/>
            </a:solidFill>
            <a:prstDash val="solid"/>
          </a:ln>
        </p:spPr>
      </p:sp>
      <p:sp>
        <p:nvSpPr>
          <p:cNvPr id="63" name="flow-arrow-head-1">
            <a:extLst xmlns:a="http://schemas.openxmlformats.org/drawingml/2006/main">
              <a:ext uri="{FF2B5EF4-FFF2-40B4-BE49-F238E27FC236}">
                <a16:creationId xmlns:a16="http://schemas.microsoft.com/office/drawing/2014/main" id="{FB700114-8A8B-45A3-865A-29E54E60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562600"/>
            <a:ext cx="95250" cy="209550"/>
          </a:xfrm>
          <a:custGeom xmlns:a="http://schemas.openxmlformats.org/drawingml/2006/main">
            <a:pathLst>
              <a:path w="95250" h="209550">
                <a:moveTo>
                  <a:pt x="0" y="0"/>
                </a:moveTo>
                <a:lnTo>
                  <a:pt x="95250" y="104775"/>
                </a:ln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F05233"/>
            </a:solidFill>
            <a:prstDash val="solid"/>
          </a:ln>
        </p:spPr>
      </p:sp>
      <p:sp>
        <p:nvSpPr>
          <p:cNvPr id="64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BA2FD062-CAA6-4E04-B0D6-9FC2B916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657850"/>
            <a:ext cx="361950" cy="219075"/>
          </a:xfrm>
          <a:custGeom xmlns:a="http://schemas.openxmlformats.org/drawingml/2006/main">
            <a:pathLst>
              <a:path w="361950" h="219075">
                <a:moveTo>
                  <a:pt x="0" y="0"/>
                </a:moveTo>
                <a:lnTo>
                  <a:pt x="361950" y="0"/>
                </a:lnTo>
                <a:lnTo>
                  <a:pt x="36195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646A70"/>
            </a:solidFill>
            <a:prstDash val="solid"/>
          </a:ln>
        </p:spPr>
      </p:sp>
      <p:sp>
        <p:nvSpPr>
          <p:cNvPr id="65" name="flow-arrow-head-2">
            <a:extLst xmlns:a="http://schemas.openxmlformats.org/drawingml/2006/main">
              <a:ext uri="{FF2B5EF4-FFF2-40B4-BE49-F238E27FC236}">
                <a16:creationId xmlns:a16="http://schemas.microsoft.com/office/drawing/2014/main" id="{74A4D9C4-B47F-401A-A0CD-8318026E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734050"/>
            <a:ext cx="95250" cy="209550"/>
          </a:xfrm>
          <a:custGeom xmlns:a="http://schemas.openxmlformats.org/drawingml/2006/main">
            <a:pathLst>
              <a:path w="95250" h="209550">
                <a:moveTo>
                  <a:pt x="0" y="0"/>
                </a:moveTo>
                <a:lnTo>
                  <a:pt x="95250" y="104775"/>
                </a:ln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F05233"/>
            </a:solidFill>
            <a:prstDash val="solid"/>
          </a:ln>
        </p:spPr>
      </p:sp>
      <p:sp>
        <p:nvSpPr>
          <p:cNvPr id="66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0648C005-AB08-423A-828B-76611AFA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79120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46A70"/>
            </a:solidFill>
            <a:prstDash val="solid"/>
          </a:ln>
        </p:spPr>
      </p:sp>
      <p:sp>
        <p:nvSpPr>
          <p:cNvPr id="67" name="flow-arrow-head-3">
            <a:extLst xmlns:a="http://schemas.openxmlformats.org/drawingml/2006/main">
              <a:ext uri="{FF2B5EF4-FFF2-40B4-BE49-F238E27FC236}">
                <a16:creationId xmlns:a16="http://schemas.microsoft.com/office/drawing/2014/main" id="{542A4FB6-8B4B-4DF2-A76B-90359924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6076950"/>
            <a:ext cx="95250" cy="209550"/>
          </a:xfrm>
          <a:custGeom xmlns:a="http://schemas.openxmlformats.org/drawingml/2006/main">
            <a:pathLst>
              <a:path w="95250" h="209550">
                <a:moveTo>
                  <a:pt x="0" y="0"/>
                </a:moveTo>
                <a:lnTo>
                  <a:pt x="95250" y="104775"/>
                </a:ln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F05233"/>
            </a:solidFill>
            <a:prstDash val="solid"/>
          </a:ln>
        </p:spPr>
      </p:sp>
      <p:sp>
        <p:nvSpPr>
          <p:cNvPr id="68" name="flow-down-chat">
            <a:extLst xmlns:a="http://schemas.openxmlformats.org/drawingml/2006/main">
              <a:ext uri="{FF2B5EF4-FFF2-40B4-BE49-F238E27FC236}">
                <a16:creationId xmlns:a16="http://schemas.microsoft.com/office/drawing/2014/main" id="{F15F0732-8022-4249-BC6E-7A35F77B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49605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8C1B5"/>
            </a:solidFill>
            <a:prstDash val="solid"/>
          </a:ln>
        </p:spPr>
      </p:sp>
      <p:sp>
        <p:nvSpPr>
          <p:cNvPr id="69" name="flow-left-panel">
            <a:extLst xmlns:a="http://schemas.openxmlformats.org/drawingml/2006/main">
              <a:ext uri="{FF2B5EF4-FFF2-40B4-BE49-F238E27FC236}">
                <a16:creationId xmlns:a16="http://schemas.microsoft.com/office/drawing/2014/main" id="{0153476F-9D02-44BC-962E-CD3C900C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524500"/>
            <a:ext cx="666750" cy="1638300"/>
          </a:xfrm>
          <a:prstGeom xmlns:a="http://schemas.openxmlformats.org/drawingml/2006/main" prst="roundRect">
            <a:avLst>
              <a:gd name="adj" fmla="val 7143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646A70"/>
            </a:solidFill>
            <a:prstDash val="solid"/>
          </a:ln>
        </p:spPr>
      </p:sp>
      <p:sp>
        <p:nvSpPr>
          <p:cNvPr id="70" name="flow-left-xbox">
            <a:extLst xmlns:a="http://schemas.openxmlformats.org/drawingml/2006/main">
              <a:ext uri="{FF2B5EF4-FFF2-40B4-BE49-F238E27FC236}">
                <a16:creationId xmlns:a16="http://schemas.microsoft.com/office/drawing/2014/main" id="{5E9AE2F6-3228-4910-87ED-D5110A2B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9595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8C1B5"/>
            </a:solidFill>
            <a:prstDash val="solid"/>
          </a:ln>
        </p:spPr>
      </p:sp>
      <p:sp>
        <p:nvSpPr>
          <p:cNvPr id="71" name="flow-xbox-a">
            <a:extLst xmlns:a="http://schemas.openxmlformats.org/drawingml/2006/main">
              <a:ext uri="{FF2B5EF4-FFF2-40B4-BE49-F238E27FC236}">
                <a16:creationId xmlns:a16="http://schemas.microsoft.com/office/drawing/2014/main" id="{A8639AEB-6279-48C3-BA1A-DD8B94CA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95950"/>
            <a:ext cx="40005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1B5"/>
            </a:solidFill>
            <a:prstDash val="solid"/>
          </a:ln>
        </p:spPr>
      </p:sp>
      <p:sp>
        <p:nvSpPr>
          <p:cNvPr id="72" name="flow-xbox-b">
            <a:extLst xmlns:a="http://schemas.openxmlformats.org/drawingml/2006/main">
              <a:ext uri="{FF2B5EF4-FFF2-40B4-BE49-F238E27FC236}">
                <a16:creationId xmlns:a16="http://schemas.microsoft.com/office/drawing/2014/main" id="{01C4E9C8-DC2C-401D-ADA7-3568F68D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95950"/>
            <a:ext cx="400050" cy="438150"/>
          </a:xfrm>
          <a:custGeom xmlns:a="http://schemas.openxmlformats.org/drawingml/2006/main">
            <a:pathLst>
              <a:path w="400050" h="438150">
                <a:moveTo>
                  <a:pt x="400050" y="0"/>
                </a:moveTo>
                <a:lnTo>
                  <a:pt x="0" y="438150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C8C1B5"/>
            </a:solidFill>
            <a:prstDash val="solid"/>
          </a:ln>
        </p:spPr>
      </p:sp>
      <p:sp>
        <p:nvSpPr>
          <p:cNvPr id="73" name="flow-left-line-0">
            <a:extLst xmlns:a="http://schemas.openxmlformats.org/drawingml/2006/main">
              <a:ext uri="{FF2B5EF4-FFF2-40B4-BE49-F238E27FC236}">
                <a16:creationId xmlns:a16="http://schemas.microsoft.com/office/drawing/2014/main" id="{1D1BB858-0FC4-4A0C-AC12-FAB332FC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238875"/>
            <a:ext cx="40005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1B5"/>
            </a:solidFill>
            <a:prstDash val="solid"/>
          </a:ln>
        </p:spPr>
      </p:sp>
      <p:sp>
        <p:nvSpPr>
          <p:cNvPr id="74" name="flow-left-line-1">
            <a:extLst xmlns:a="http://schemas.openxmlformats.org/drawingml/2006/main">
              <a:ext uri="{FF2B5EF4-FFF2-40B4-BE49-F238E27FC236}">
                <a16:creationId xmlns:a16="http://schemas.microsoft.com/office/drawing/2014/main" id="{2D2A1AB1-683C-4EC5-994C-0B7C2180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467475"/>
            <a:ext cx="40005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1B5"/>
            </a:solidFill>
            <a:prstDash val="solid"/>
          </a:ln>
        </p:spPr>
      </p:sp>
      <p:sp>
        <p:nvSpPr>
          <p:cNvPr id="75" name="flow-left-line-2">
            <a:extLst xmlns:a="http://schemas.openxmlformats.org/drawingml/2006/main">
              <a:ext uri="{FF2B5EF4-FFF2-40B4-BE49-F238E27FC236}">
                <a16:creationId xmlns:a16="http://schemas.microsoft.com/office/drawing/2014/main" id="{CBDBBE36-97B2-4CFA-8F46-8298541C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696075"/>
            <a:ext cx="40005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1B5"/>
            </a:solidFill>
            <a:prstDash val="solid"/>
          </a:ln>
        </p:spPr>
      </p:sp>
      <p:sp>
        <p:nvSpPr>
          <p:cNvPr id="76" name="flow-left-line-3">
            <a:extLst xmlns:a="http://schemas.openxmlformats.org/drawingml/2006/main">
              <a:ext uri="{FF2B5EF4-FFF2-40B4-BE49-F238E27FC236}">
                <a16:creationId xmlns:a16="http://schemas.microsoft.com/office/drawing/2014/main" id="{2BC1447E-A6C2-41AF-8CE6-E051BEB1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924675"/>
            <a:ext cx="40005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1B5"/>
            </a:solidFill>
            <a:prstDash val="solid"/>
          </a:ln>
        </p:spPr>
      </p:sp>
      <p:sp>
        <p:nvSpPr>
          <p:cNvPr id="77" name="flow-node-top">
            <a:extLst xmlns:a="http://schemas.openxmlformats.org/drawingml/2006/main">
              <a:ext uri="{FF2B5EF4-FFF2-40B4-BE49-F238E27FC236}">
                <a16:creationId xmlns:a16="http://schemas.microsoft.com/office/drawing/2014/main" id="{0B5A4AF2-E2A1-4E11-85AE-659946E7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524500"/>
            <a:ext cx="49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12383">
            <a:solidFill>
              <a:srgbClr val="646A70"/>
            </a:solidFill>
            <a:prstDash val="solid"/>
          </a:ln>
        </p:spPr>
      </p:sp>
      <p:sp>
        <p:nvSpPr>
          <p:cNvPr id="78" name="flow-node-right">
            <a:extLst xmlns:a="http://schemas.openxmlformats.org/drawingml/2006/main">
              <a:ext uri="{FF2B5EF4-FFF2-40B4-BE49-F238E27FC236}">
                <a16:creationId xmlns:a16="http://schemas.microsoft.com/office/drawing/2014/main" id="{010B79F5-F67D-48CF-9EA7-90CCF495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876925"/>
            <a:ext cx="466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12383">
            <a:solidFill>
              <a:srgbClr val="646A70"/>
            </a:solidFill>
            <a:prstDash val="solid"/>
          </a:ln>
        </p:spPr>
      </p:sp>
      <p:sp>
        <p:nvSpPr>
          <p:cNvPr id="79" name="flow-node-mid">
            <a:extLst xmlns:a="http://schemas.openxmlformats.org/drawingml/2006/main">
              <a:ext uri="{FF2B5EF4-FFF2-40B4-BE49-F238E27FC236}">
                <a16:creationId xmlns:a16="http://schemas.microsoft.com/office/drawing/2014/main" id="{3F16D937-2E4F-4864-BE42-25D8A1F4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6219825"/>
            <a:ext cx="504825" cy="276225"/>
          </a:xfrm>
          <a:prstGeom xmlns:a="http://schemas.openxmlformats.org/drawingml/2006/main" prst="roundRect">
            <a:avLst>
              <a:gd name="adj" fmla="val 48276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12383">
            <a:solidFill>
              <a:srgbClr val="646A70"/>
            </a:solidFill>
            <a:prstDash val="solid"/>
          </a:ln>
        </p:spPr>
      </p:sp>
      <p:sp>
        <p:nvSpPr>
          <p:cNvPr id="80" name="flow-chat-panel">
            <a:extLst xmlns:a="http://schemas.openxmlformats.org/drawingml/2006/main">
              <a:ext uri="{FF2B5EF4-FFF2-40B4-BE49-F238E27FC236}">
                <a16:creationId xmlns:a16="http://schemas.microsoft.com/office/drawing/2014/main" id="{E86107B0-12EB-4DF7-A90D-EBB20138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743700"/>
            <a:ext cx="1362075" cy="904875"/>
          </a:xfrm>
          <a:prstGeom xmlns:a="http://schemas.openxmlformats.org/drawingml/2006/main" prst="roundRect">
            <a:avLst>
              <a:gd name="adj" fmla="val 12632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8C1B5"/>
            </a:solidFill>
            <a:prstDash val="solid"/>
          </a:ln>
        </p:spPr>
      </p:sp>
      <p:sp>
        <p:nvSpPr>
          <p:cNvPr id="81" name="flow-chat-grey-box">
            <a:extLst xmlns:a="http://schemas.openxmlformats.org/drawingml/2006/main">
              <a:ext uri="{FF2B5EF4-FFF2-40B4-BE49-F238E27FC236}">
                <a16:creationId xmlns:a16="http://schemas.microsoft.com/office/drawing/2014/main" id="{56617158-9572-48AB-8410-FA6C8890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077075"/>
            <a:ext cx="571500" cy="361950"/>
          </a:xfrm>
          <a:prstGeom xmlns:a="http://schemas.openxmlformats.org/drawingml/2006/main" prst="roundRect">
            <a:avLst>
              <a:gd name="adj" fmla="val 26316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646A70"/>
            </a:solidFill>
            <a:prstDash val="solid"/>
          </a:ln>
        </p:spPr>
      </p:sp>
      <p:sp>
        <p:nvSpPr>
          <p:cNvPr id="82" name="flow-chat-grey-tail">
            <a:extLst xmlns:a="http://schemas.openxmlformats.org/drawingml/2006/main">
              <a:ext uri="{FF2B5EF4-FFF2-40B4-BE49-F238E27FC236}">
                <a16:creationId xmlns:a16="http://schemas.microsoft.com/office/drawing/2014/main" id="{CBA99731-478C-405C-99DF-FB08EDA3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7429500"/>
            <a:ext cx="114300" cy="104775"/>
          </a:xfrm>
          <a:custGeom xmlns:a="http://schemas.openxmlformats.org/drawingml/2006/main">
            <a:pathLst>
              <a:path w="114300" h="104775">
                <a:moveTo>
                  <a:pt x="0" y="0"/>
                </a:moveTo>
                <a:lnTo>
                  <a:pt x="0" y="104775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646A70"/>
            </a:solidFill>
            <a:prstDash val="solid"/>
          </a:ln>
        </p:spPr>
      </p:sp>
      <p:sp>
        <p:nvSpPr>
          <p:cNvPr id="83" name="flow-chat-grey-line-0">
            <a:extLst xmlns:a="http://schemas.openxmlformats.org/drawingml/2006/main">
              <a:ext uri="{FF2B5EF4-FFF2-40B4-BE49-F238E27FC236}">
                <a16:creationId xmlns:a16="http://schemas.microsoft.com/office/drawing/2014/main" id="{5ED1F4BB-BE6C-4F72-A1D2-A5510A44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719137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6A70"/>
            </a:solidFill>
            <a:prstDash val="solid"/>
          </a:ln>
        </p:spPr>
      </p:sp>
      <p:sp>
        <p:nvSpPr>
          <p:cNvPr id="84" name="flow-chat-grey-line-1">
            <a:extLst xmlns:a="http://schemas.openxmlformats.org/drawingml/2006/main">
              <a:ext uri="{FF2B5EF4-FFF2-40B4-BE49-F238E27FC236}">
                <a16:creationId xmlns:a16="http://schemas.microsoft.com/office/drawing/2014/main" id="{BDB15E3E-8A22-473A-B4B5-8DD7B756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72771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6A70"/>
            </a:solidFill>
            <a:prstDash val="solid"/>
          </a:ln>
        </p:spPr>
      </p:sp>
      <p:sp>
        <p:nvSpPr>
          <p:cNvPr id="85" name="flow-chat-grey-line-2">
            <a:extLst xmlns:a="http://schemas.openxmlformats.org/drawingml/2006/main">
              <a:ext uri="{FF2B5EF4-FFF2-40B4-BE49-F238E27FC236}">
                <a16:creationId xmlns:a16="http://schemas.microsoft.com/office/drawing/2014/main" id="{3CDE988D-4C4A-436D-8D97-E61D95CE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736282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6A70"/>
            </a:solidFill>
            <a:prstDash val="solid"/>
          </a:ln>
        </p:spPr>
      </p:sp>
      <p:sp>
        <p:nvSpPr>
          <p:cNvPr id="86" name="flow-chat-orange-box">
            <a:extLst xmlns:a="http://schemas.openxmlformats.org/drawingml/2006/main">
              <a:ext uri="{FF2B5EF4-FFF2-40B4-BE49-F238E27FC236}">
                <a16:creationId xmlns:a16="http://schemas.microsoft.com/office/drawing/2014/main" id="{8981CA9A-81B2-4A16-820E-7E28F461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915150"/>
            <a:ext cx="419100" cy="390525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765A"/>
          </a:solidFill>
          <a:ln xmlns:a="http://schemas.openxmlformats.org/drawingml/2006/main" w="13335">
            <a:solidFill>
              <a:srgbClr val="FF765A"/>
            </a:solidFill>
            <a:prstDash val="solid"/>
          </a:ln>
        </p:spPr>
      </p:sp>
      <p:sp>
        <p:nvSpPr>
          <p:cNvPr id="87" name="flow-chat-orange-tail">
            <a:extLst xmlns:a="http://schemas.openxmlformats.org/drawingml/2006/main">
              <a:ext uri="{FF2B5EF4-FFF2-40B4-BE49-F238E27FC236}">
                <a16:creationId xmlns:a16="http://schemas.microsoft.com/office/drawing/2014/main" id="{73820652-0094-43F4-A170-8FE852D4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296150"/>
            <a:ext cx="114300" cy="104775"/>
          </a:xfrm>
          <a:custGeom xmlns:a="http://schemas.openxmlformats.org/drawingml/2006/main">
            <a:pathLst>
              <a:path w="114300" h="104775">
                <a:moveTo>
                  <a:pt x="0" y="0"/>
                </a:moveTo>
                <a:lnTo>
                  <a:pt x="0" y="104775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FF765A"/>
            </a:solidFill>
            <a:prstDash val="solid"/>
          </a:ln>
        </p:spPr>
      </p:sp>
      <p:sp>
        <p:nvSpPr>
          <p:cNvPr id="88" name="flow-chat-dot-0">
            <a:extLst xmlns:a="http://schemas.openxmlformats.org/drawingml/2006/main">
              <a:ext uri="{FF2B5EF4-FFF2-40B4-BE49-F238E27FC236}">
                <a16:creationId xmlns:a16="http://schemas.microsoft.com/office/drawing/2014/main" id="{4A154FCA-0E72-42DD-A705-B5FF0313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0866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FBF8F2"/>
            </a:solidFill>
            <a:prstDash val="solid"/>
          </a:ln>
        </p:spPr>
      </p:sp>
      <p:sp>
        <p:nvSpPr>
          <p:cNvPr id="89" name="flow-chat-dot-1">
            <a:extLst xmlns:a="http://schemas.openxmlformats.org/drawingml/2006/main">
              <a:ext uri="{FF2B5EF4-FFF2-40B4-BE49-F238E27FC236}">
                <a16:creationId xmlns:a16="http://schemas.microsoft.com/office/drawing/2014/main" id="{61345A3A-1CF4-4EFD-B85A-9490E8D1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0866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FBF8F2"/>
            </a:solidFill>
            <a:prstDash val="solid"/>
          </a:ln>
        </p:spPr>
      </p:sp>
      <p:sp>
        <p:nvSpPr>
          <p:cNvPr id="90" name="flow-chat-dot-2">
            <a:extLst xmlns:a="http://schemas.openxmlformats.org/drawingml/2006/main">
              <a:ext uri="{FF2B5EF4-FFF2-40B4-BE49-F238E27FC236}">
                <a16:creationId xmlns:a16="http://schemas.microsoft.com/office/drawing/2014/main" id="{BC71B185-658A-48B7-9E16-99EAE8FA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0866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8F2"/>
          </a:solidFill>
          <a:ln xmlns:a="http://schemas.openxmlformats.org/drawingml/2006/main" w="0">
            <a:solidFill>
              <a:srgbClr val="FBF8F2"/>
            </a:solidFill>
            <a:prstDash val="solid"/>
          </a:ln>
        </p:spPr>
      </p:sp>
      <p:sp>
        <p:nvSpPr>
          <p:cNvPr id="91" name="realtime-center-dash">
            <a:extLst xmlns:a="http://schemas.openxmlformats.org/drawingml/2006/main">
              <a:ext uri="{FF2B5EF4-FFF2-40B4-BE49-F238E27FC236}">
                <a16:creationId xmlns:a16="http://schemas.microsoft.com/office/drawing/2014/main" id="{E34703A0-E0BC-497C-A3B3-F76783AC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219825"/>
            <a:ext cx="1419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46970"/>
            </a:solidFill>
            <a:prstDash val="dash"/>
          </a:ln>
        </p:spPr>
      </p:sp>
      <p:sp>
        <p:nvSpPr>
          <p:cNvPr id="92" name="realtime-wave">
            <a:extLst xmlns:a="http://schemas.openxmlformats.org/drawingml/2006/main">
              <a:ext uri="{FF2B5EF4-FFF2-40B4-BE49-F238E27FC236}">
                <a16:creationId xmlns:a16="http://schemas.microsoft.com/office/drawing/2014/main" id="{C6E1AFF4-918F-4A5A-8EBD-417DE072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962650"/>
            <a:ext cx="952500" cy="466725"/>
          </a:xfrm>
          <a:custGeom xmlns:a="http://schemas.openxmlformats.org/drawingml/2006/main">
            <a:pathLst>
              <a:path w="952500" h="466725">
                <a:moveTo>
                  <a:pt x="0" y="257175"/>
                </a:moveTo>
                <a:lnTo>
                  <a:pt x="66675" y="257175"/>
                </a:lnTo>
                <a:lnTo>
                  <a:pt x="114300" y="104775"/>
                </a:lnTo>
                <a:lnTo>
                  <a:pt x="171450" y="466725"/>
                </a:lnTo>
                <a:lnTo>
                  <a:pt x="228600" y="0"/>
                </a:lnTo>
                <a:lnTo>
                  <a:pt x="285750" y="419100"/>
                </a:lnTo>
                <a:lnTo>
                  <a:pt x="342900" y="142875"/>
                </a:lnTo>
                <a:lnTo>
                  <a:pt x="400050" y="342900"/>
                </a:lnTo>
                <a:lnTo>
                  <a:pt x="457200" y="57150"/>
                </a:lnTo>
                <a:lnTo>
                  <a:pt x="514350" y="447675"/>
                </a:lnTo>
                <a:lnTo>
                  <a:pt x="571500" y="200025"/>
                </a:lnTo>
                <a:lnTo>
                  <a:pt x="628650" y="295275"/>
                </a:lnTo>
                <a:lnTo>
                  <a:pt x="685800" y="114300"/>
                </a:lnTo>
                <a:lnTo>
                  <a:pt x="742950" y="400050"/>
                </a:lnTo>
                <a:lnTo>
                  <a:pt x="800100" y="219075"/>
                </a:lnTo>
                <a:lnTo>
                  <a:pt x="866775" y="285750"/>
                </a:lnTo>
                <a:lnTo>
                  <a:pt x="95250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FF765A"/>
            </a:solidFill>
            <a:prstDash val="solid"/>
          </a:ln>
        </p:spPr>
      </p:sp>
      <p:sp>
        <p:nvSpPr>
          <p:cNvPr id="93" name="realtime-loop-left">
            <a:extLst xmlns:a="http://schemas.openxmlformats.org/drawingml/2006/main">
              <a:ext uri="{FF2B5EF4-FFF2-40B4-BE49-F238E27FC236}">
                <a16:creationId xmlns:a16="http://schemas.microsoft.com/office/drawing/2014/main" id="{6791AF2A-1464-462B-97CF-02C2E208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657975"/>
            <a:ext cx="371475" cy="400050"/>
          </a:xfrm>
          <a:custGeom xmlns:a="http://schemas.openxmlformats.org/drawingml/2006/main">
            <a:pathLst>
              <a:path w="371475" h="400050">
                <a:moveTo>
                  <a:pt x="0" y="0"/>
                </a:moveTo>
                <a:lnTo>
                  <a:pt x="66675" y="180975"/>
                </a:lnTo>
                <a:lnTo>
                  <a:pt x="209550" y="323850"/>
                </a:lnTo>
                <a:lnTo>
                  <a:pt x="371475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46A70"/>
            </a:solidFill>
            <a:prstDash val="dash"/>
          </a:ln>
        </p:spPr>
      </p:sp>
      <p:sp>
        <p:nvSpPr>
          <p:cNvPr id="94" name="realtime-loop-right">
            <a:extLst xmlns:a="http://schemas.openxmlformats.org/drawingml/2006/main">
              <a:ext uri="{FF2B5EF4-FFF2-40B4-BE49-F238E27FC236}">
                <a16:creationId xmlns:a16="http://schemas.microsoft.com/office/drawing/2014/main" id="{39BF496B-1B30-4E81-BFAC-ADCAD660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57975"/>
            <a:ext cx="361950" cy="400050"/>
          </a:xfrm>
          <a:custGeom xmlns:a="http://schemas.openxmlformats.org/drawingml/2006/main">
            <a:pathLst>
              <a:path w="361950" h="400050">
                <a:moveTo>
                  <a:pt x="0" y="400050"/>
                </a:moveTo>
                <a:lnTo>
                  <a:pt x="152400" y="304800"/>
                </a:lnTo>
                <a:lnTo>
                  <a:pt x="285750" y="161925"/>
                </a:ln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46A70"/>
            </a:solidFill>
            <a:prstDash val="dash"/>
          </a:ln>
        </p:spPr>
      </p:sp>
      <p:sp>
        <p:nvSpPr>
          <p:cNvPr id="95" name="realtime-left-endpoint">
            <a:extLst xmlns:a="http://schemas.openxmlformats.org/drawingml/2006/main">
              <a:ext uri="{FF2B5EF4-FFF2-40B4-BE49-F238E27FC236}">
                <a16:creationId xmlns:a16="http://schemas.microsoft.com/office/drawing/2014/main" id="{8A95FD66-B695-4E21-A5A5-61865D16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895975"/>
            <a:ext cx="619125" cy="647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8C1B5"/>
            </a:solidFill>
            <a:prstDash val="solid"/>
          </a:ln>
        </p:spPr>
      </p:sp>
      <p:sp>
        <p:nvSpPr>
          <p:cNvPr id="96" name="realtime-right-endpoint">
            <a:extLst xmlns:a="http://schemas.openxmlformats.org/drawingml/2006/main">
              <a:ext uri="{FF2B5EF4-FFF2-40B4-BE49-F238E27FC236}">
                <a16:creationId xmlns:a16="http://schemas.microsoft.com/office/drawing/2014/main" id="{804EE9A7-1F4F-4DF3-95C4-C87DE550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895975"/>
            <a:ext cx="619125" cy="647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8C1B5"/>
            </a:solidFill>
            <a:prstDash val="solid"/>
          </a:ln>
        </p:spPr>
      </p:sp>
      <p:sp>
        <p:nvSpPr>
          <p:cNvPr id="97" name="realtime-user-head">
            <a:extLst xmlns:a="http://schemas.openxmlformats.org/drawingml/2006/main">
              <a:ext uri="{FF2B5EF4-FFF2-40B4-BE49-F238E27FC236}">
                <a16:creationId xmlns:a16="http://schemas.microsoft.com/office/drawing/2014/main" id="{825B4237-EC40-4D4A-85E3-088F19CE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234" y="6019800"/>
            <a:ext cx="129540" cy="14573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F05233"/>
            </a:solidFill>
            <a:prstDash val="solid"/>
          </a:ln>
        </p:spPr>
      </p:sp>
      <p:sp>
        <p:nvSpPr>
          <p:cNvPr id="98" name="realtime-user-body">
            <a:extLst xmlns:a="http://schemas.openxmlformats.org/drawingml/2006/main">
              <a:ext uri="{FF2B5EF4-FFF2-40B4-BE49-F238E27FC236}">
                <a16:creationId xmlns:a16="http://schemas.microsoft.com/office/drawing/2014/main" id="{8F23F774-CBE3-403F-AED4-11CBF417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6197918"/>
            <a:ext cx="242888" cy="153829"/>
          </a:xfrm>
          <a:custGeom xmlns:a="http://schemas.openxmlformats.org/drawingml/2006/main">
            <a:pathLst>
              <a:path w="242888" h="153829">
                <a:moveTo>
                  <a:pt x="0" y="153829"/>
                </a:moveTo>
                <a:lnTo>
                  <a:pt x="0" y="64770"/>
                </a:lnTo>
                <a:lnTo>
                  <a:pt x="64770" y="0"/>
                </a:lnTo>
                <a:lnTo>
                  <a:pt x="178118" y="0"/>
                </a:lnTo>
                <a:lnTo>
                  <a:pt x="242888" y="64770"/>
                </a:lnTo>
                <a:lnTo>
                  <a:pt x="242888" y="153829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F05233"/>
            </a:solidFill>
            <a:prstDash val="solid"/>
          </a:ln>
        </p:spPr>
      </p:sp>
      <p:sp>
        <p:nvSpPr>
          <p:cNvPr id="99" name="realtime-cloud">
            <a:extLst xmlns:a="http://schemas.openxmlformats.org/drawingml/2006/main">
              <a:ext uri="{FF2B5EF4-FFF2-40B4-BE49-F238E27FC236}">
                <a16:creationId xmlns:a16="http://schemas.microsoft.com/office/drawing/2014/main" id="{E1624769-B788-4276-ADEA-57FC699E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076950"/>
            <a:ext cx="371475" cy="295275"/>
          </a:xfrm>
          <a:prstGeom xmlns:a="http://schemas.openxmlformats.org/drawingml/2006/main" prst="cloud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AA3A8"/>
            </a:solidFill>
            <a:prstDash val="solid"/>
          </a:ln>
        </p:spPr>
      </p:sp>
      <p:sp>
        <p:nvSpPr>
          <p:cNvPr id="100" name="latency-pill">
            <a:extLst xmlns:a="http://schemas.openxmlformats.org/drawingml/2006/main">
              <a:ext uri="{FF2B5EF4-FFF2-40B4-BE49-F238E27FC236}">
                <a16:creationId xmlns:a16="http://schemas.microsoft.com/office/drawing/2014/main" id="{6DA42563-E9D9-4AB8-86CF-B339467F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7019925"/>
            <a:ext cx="13239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11430">
            <a:solidFill>
              <a:srgbClr val="C8C1B5"/>
            </a:solidFill>
            <a:prstDash val="solid"/>
          </a:ln>
        </p:spPr>
      </p:sp>
      <p:sp>
        <p:nvSpPr>
          <p:cNvPr id="101" name="latency-text">
            <a:extLst xmlns:a="http://schemas.openxmlformats.org/drawingml/2006/main">
              <a:ext uri="{FF2B5EF4-FFF2-40B4-BE49-F238E27FC236}">
                <a16:creationId xmlns:a16="http://schemas.microsoft.com/office/drawing/2014/main" id="{A928BD55-F786-4108-9B5E-7FC69F64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7058025"/>
            <a:ext cx="1190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80" b="0">
                <a:solidFill>
                  <a:srgbClr val="252525"/>
                </a:solidFill>
                <a:latin typeface="PingFang SC"/>
                <a:ea typeface="PingFang SC"/>
                <a:cs typeface="PingFang SC"/>
              </a:defRPr>
            </a:pPr>
            <a:r>
              <a:rPr sz="1080" b="0">
                <a:solidFill>
                  <a:srgbClr val="252525"/>
                </a:solidFill>
                <a:latin typeface="PingFang SC"/>
                <a:ea typeface="PingFang SC"/>
                <a:cs typeface="PingFang SC"/>
              </a:rPr>
              <a:t>低延迟双向传输</a:t>
            </a:r>
          </a:p>
        </p:txBody>
      </p:sp>
      <p:sp>
        <p:nvSpPr>
          <p:cNvPr id="102" name="react-tree-root">
            <a:extLst xmlns:a="http://schemas.openxmlformats.org/drawingml/2006/main">
              <a:ext uri="{FF2B5EF4-FFF2-40B4-BE49-F238E27FC236}">
                <a16:creationId xmlns:a16="http://schemas.microsoft.com/office/drawing/2014/main" id="{4AE725DD-63FD-42BB-92A0-4B18A91F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2937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46A70"/>
            </a:solidFill>
            <a:prstDash val="dash"/>
          </a:ln>
        </p:spPr>
      </p:sp>
      <p:sp>
        <p:nvSpPr>
          <p:cNvPr id="103" name="react-tree-horizontal">
            <a:extLst xmlns:a="http://schemas.openxmlformats.org/drawingml/2006/main">
              <a:ext uri="{FF2B5EF4-FFF2-40B4-BE49-F238E27FC236}">
                <a16:creationId xmlns:a16="http://schemas.microsoft.com/office/drawing/2014/main" id="{3B251168-460A-4C32-AD12-EADB4072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791325"/>
            <a:ext cx="1685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46A70"/>
            </a:solidFill>
            <a:prstDash val="dash"/>
          </a:ln>
        </p:spPr>
      </p:sp>
      <p:sp>
        <p:nvSpPr>
          <p:cNvPr id="104" name="react-tree-branch-1">
            <a:extLst xmlns:a="http://schemas.openxmlformats.org/drawingml/2006/main">
              <a:ext uri="{FF2B5EF4-FFF2-40B4-BE49-F238E27FC236}">
                <a16:creationId xmlns:a16="http://schemas.microsoft.com/office/drawing/2014/main" id="{E4E8598D-D0D4-4FBE-AFA7-C0F3610C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7913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46A70"/>
            </a:solidFill>
            <a:prstDash val="dash"/>
          </a:ln>
        </p:spPr>
      </p:sp>
      <p:sp>
        <p:nvSpPr>
          <p:cNvPr id="105" name="react-tree-branch-2">
            <a:extLst xmlns:a="http://schemas.openxmlformats.org/drawingml/2006/main">
              <a:ext uri="{FF2B5EF4-FFF2-40B4-BE49-F238E27FC236}">
                <a16:creationId xmlns:a16="http://schemas.microsoft.com/office/drawing/2014/main" id="{1FF61878-BCA2-480D-84D9-4F026848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7913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46A70"/>
            </a:solidFill>
            <a:prstDash val="dash"/>
          </a:ln>
        </p:spPr>
      </p:sp>
      <p:sp>
        <p:nvSpPr>
          <p:cNvPr id="106" name="react-tree-branch-3">
            <a:extLst xmlns:a="http://schemas.openxmlformats.org/drawingml/2006/main">
              <a:ext uri="{FF2B5EF4-FFF2-40B4-BE49-F238E27FC236}">
                <a16:creationId xmlns:a16="http://schemas.microsoft.com/office/drawing/2014/main" id="{D0228F06-A8D7-4021-BC39-C27E66FD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7913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46A70"/>
            </a:solidFill>
            <a:prstDash val="dash"/>
          </a:ln>
        </p:spPr>
      </p:sp>
      <p:sp>
        <p:nvSpPr>
          <p:cNvPr id="107" name="react-tree-branch-4">
            <a:extLst xmlns:a="http://schemas.openxmlformats.org/drawingml/2006/main">
              <a:ext uri="{FF2B5EF4-FFF2-40B4-BE49-F238E27FC236}">
                <a16:creationId xmlns:a16="http://schemas.microsoft.com/office/drawing/2014/main" id="{59235615-C7FA-4302-AEF7-CF2DE197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6791325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646A70"/>
            </a:solidFill>
            <a:prstDash val="dash"/>
          </a:ln>
        </p:spPr>
      </p:sp>
      <p:sp>
        <p:nvSpPr>
          <p:cNvPr id="108" name="react-laptop-screen">
            <a:extLst xmlns:a="http://schemas.openxmlformats.org/drawingml/2006/main">
              <a:ext uri="{FF2B5EF4-FFF2-40B4-BE49-F238E27FC236}">
                <a16:creationId xmlns:a16="http://schemas.microsoft.com/office/drawing/2014/main" id="{2F32BA18-3832-4AD2-8F37-677A0813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419725"/>
            <a:ext cx="1257300" cy="914400"/>
          </a:xfrm>
          <a:prstGeom xmlns:a="http://schemas.openxmlformats.org/drawingml/2006/main" prst="roundRect">
            <a:avLst>
              <a:gd name="adj" fmla="val 4167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646A70"/>
            </a:solidFill>
            <a:prstDash val="solid"/>
          </a:ln>
        </p:spPr>
      </p:sp>
      <p:sp>
        <p:nvSpPr>
          <p:cNvPr id="109" name="react-browser-main">
            <a:extLst xmlns:a="http://schemas.openxmlformats.org/drawingml/2006/main">
              <a:ext uri="{FF2B5EF4-FFF2-40B4-BE49-F238E27FC236}">
                <a16:creationId xmlns:a16="http://schemas.microsoft.com/office/drawing/2014/main" id="{BEDC2572-8DB2-48E2-B0D9-34701E72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600700"/>
            <a:ext cx="10191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E8"/>
          </a:solidFill>
          <a:ln xmlns:a="http://schemas.openxmlformats.org/drawingml/2006/main" w="9525">
            <a:solidFill>
              <a:srgbClr val="C8C1B5"/>
            </a:solidFill>
            <a:prstDash val="solid"/>
          </a:ln>
        </p:spPr>
      </p:sp>
      <p:sp>
        <p:nvSpPr>
          <p:cNvPr id="110" name="react-browser-card-0">
            <a:extLst xmlns:a="http://schemas.openxmlformats.org/drawingml/2006/main">
              <a:ext uri="{FF2B5EF4-FFF2-40B4-BE49-F238E27FC236}">
                <a16:creationId xmlns:a16="http://schemas.microsoft.com/office/drawing/2014/main" id="{03AD14E0-A762-4454-8E22-F58CA2F4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6038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C8C1B5"/>
            </a:solidFill>
            <a:prstDash val="solid"/>
          </a:ln>
        </p:spPr>
      </p:sp>
      <p:sp>
        <p:nvSpPr>
          <p:cNvPr id="111" name="react-browser-copy-0">
            <a:extLst xmlns:a="http://schemas.openxmlformats.org/drawingml/2006/main">
              <a:ext uri="{FF2B5EF4-FFF2-40B4-BE49-F238E27FC236}">
                <a16:creationId xmlns:a16="http://schemas.microsoft.com/office/drawing/2014/main" id="{9AB4D334-EC62-4913-AEE8-8CE2AC34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62293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1B5"/>
            </a:solidFill>
            <a:prstDash val="solid"/>
          </a:ln>
        </p:spPr>
      </p:sp>
      <p:sp>
        <p:nvSpPr>
          <p:cNvPr id="112" name="react-browser-copy2-0">
            <a:extLst xmlns:a="http://schemas.openxmlformats.org/drawingml/2006/main">
              <a:ext uri="{FF2B5EF4-FFF2-40B4-BE49-F238E27FC236}">
                <a16:creationId xmlns:a16="http://schemas.microsoft.com/office/drawing/2014/main" id="{7F482256-E784-4BF2-BDA4-940235A2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6296025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1B5"/>
            </a:solidFill>
            <a:prstDash val="solid"/>
          </a:ln>
        </p:spPr>
      </p:sp>
      <p:sp>
        <p:nvSpPr>
          <p:cNvPr id="113" name="react-browser-card-1">
            <a:extLst xmlns:a="http://schemas.openxmlformats.org/drawingml/2006/main">
              <a:ext uri="{FF2B5EF4-FFF2-40B4-BE49-F238E27FC236}">
                <a16:creationId xmlns:a16="http://schemas.microsoft.com/office/drawing/2014/main" id="{D4C884D1-2C86-442F-87B3-879BC94B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6038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C8C1B5"/>
            </a:solidFill>
            <a:prstDash val="solid"/>
          </a:ln>
        </p:spPr>
      </p:sp>
      <p:sp>
        <p:nvSpPr>
          <p:cNvPr id="114" name="react-browser-copy-1">
            <a:extLst xmlns:a="http://schemas.openxmlformats.org/drawingml/2006/main">
              <a:ext uri="{FF2B5EF4-FFF2-40B4-BE49-F238E27FC236}">
                <a16:creationId xmlns:a16="http://schemas.microsoft.com/office/drawing/2014/main" id="{182474FA-CE9E-4D46-AF9D-F15A7DB9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62293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1B5"/>
            </a:solidFill>
            <a:prstDash val="solid"/>
          </a:ln>
        </p:spPr>
      </p:sp>
      <p:sp>
        <p:nvSpPr>
          <p:cNvPr id="115" name="react-browser-copy2-1">
            <a:extLst xmlns:a="http://schemas.openxmlformats.org/drawingml/2006/main">
              <a:ext uri="{FF2B5EF4-FFF2-40B4-BE49-F238E27FC236}">
                <a16:creationId xmlns:a16="http://schemas.microsoft.com/office/drawing/2014/main" id="{94AA1FC7-D6DA-401B-9D7F-41A31BFC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6296025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1B5"/>
            </a:solidFill>
            <a:prstDash val="solid"/>
          </a:ln>
        </p:spPr>
      </p:sp>
      <p:sp>
        <p:nvSpPr>
          <p:cNvPr id="116" name="react-browser-card-2">
            <a:extLst xmlns:a="http://schemas.openxmlformats.org/drawingml/2006/main">
              <a:ext uri="{FF2B5EF4-FFF2-40B4-BE49-F238E27FC236}">
                <a16:creationId xmlns:a16="http://schemas.microsoft.com/office/drawing/2014/main" id="{7BE85B94-5003-455A-A23C-50871CFA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0388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C8C1B5"/>
            </a:solidFill>
            <a:prstDash val="solid"/>
          </a:ln>
        </p:spPr>
      </p:sp>
      <p:sp>
        <p:nvSpPr>
          <p:cNvPr id="117" name="react-browser-copy-2">
            <a:extLst xmlns:a="http://schemas.openxmlformats.org/drawingml/2006/main">
              <a:ext uri="{FF2B5EF4-FFF2-40B4-BE49-F238E27FC236}">
                <a16:creationId xmlns:a16="http://schemas.microsoft.com/office/drawing/2014/main" id="{3F199993-6441-40E2-96E3-2BF45DF8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293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1B5"/>
            </a:solidFill>
            <a:prstDash val="solid"/>
          </a:ln>
        </p:spPr>
      </p:sp>
      <p:sp>
        <p:nvSpPr>
          <p:cNvPr id="118" name="react-browser-copy2-2">
            <a:extLst xmlns:a="http://schemas.openxmlformats.org/drawingml/2006/main">
              <a:ext uri="{FF2B5EF4-FFF2-40B4-BE49-F238E27FC236}">
                <a16:creationId xmlns:a16="http://schemas.microsoft.com/office/drawing/2014/main" id="{C1ED14B3-79FE-4471-86E6-BE7473C5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96025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1B5"/>
            </a:solidFill>
            <a:prstDash val="solid"/>
          </a:ln>
        </p:spPr>
      </p:sp>
      <p:sp>
        <p:nvSpPr>
          <p:cNvPr id="119" name="react-laptop-base">
            <a:extLst xmlns:a="http://schemas.openxmlformats.org/drawingml/2006/main">
              <a:ext uri="{FF2B5EF4-FFF2-40B4-BE49-F238E27FC236}">
                <a16:creationId xmlns:a16="http://schemas.microsoft.com/office/drawing/2014/main" id="{0898704A-8517-442C-B13E-D9ACA045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334125"/>
            <a:ext cx="1485900" cy="104775"/>
          </a:xfrm>
          <a:custGeom xmlns:a="http://schemas.openxmlformats.org/drawingml/2006/main">
            <a:pathLst>
              <a:path w="1485900" h="104775">
                <a:moveTo>
                  <a:pt x="0" y="0"/>
                </a:moveTo>
                <a:lnTo>
                  <a:pt x="1485900" y="0"/>
                </a:lnTo>
                <a:lnTo>
                  <a:pt x="1485900" y="57150"/>
                </a:lnTo>
                <a:lnTo>
                  <a:pt x="1400175" y="104775"/>
                </a:lnTo>
                <a:lnTo>
                  <a:pt x="95250" y="104775"/>
                </a:lnTo>
                <a:lnTo>
                  <a:pt x="0" y="571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646A70"/>
            </a:solidFill>
            <a:prstDash val="solid"/>
          </a:ln>
        </p:spPr>
      </p:sp>
      <p:sp>
        <p:nvSpPr>
          <p:cNvPr id="120" name="react-phone">
            <a:extLst xmlns:a="http://schemas.openxmlformats.org/drawingml/2006/main">
              <a:ext uri="{FF2B5EF4-FFF2-40B4-BE49-F238E27FC236}">
                <a16:creationId xmlns:a16="http://schemas.microsoft.com/office/drawing/2014/main" id="{3131954E-5E39-4767-BA68-CE6AA2A5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5572125"/>
            <a:ext cx="428625" cy="857250"/>
          </a:xfrm>
          <a:prstGeom xmlns:a="http://schemas.openxmlformats.org/drawingml/2006/main" prst="roundRect">
            <a:avLst>
              <a:gd name="adj" fmla="val 15556"/>
            </a:avLst>
          </a:prstGeom>
          <a:noFill xmlns:a="http://schemas.openxmlformats.org/drawingml/2006/main"/>
          <a:ln xmlns:a="http://schemas.openxmlformats.org/drawingml/2006/main" w="12383">
            <a:solidFill>
              <a:srgbClr val="646A70"/>
            </a:solidFill>
            <a:prstDash val="solid"/>
          </a:ln>
        </p:spPr>
      </p:sp>
      <p:sp>
        <p:nvSpPr>
          <p:cNvPr id="121" name="react-phone-speaker">
            <a:extLst xmlns:a="http://schemas.openxmlformats.org/drawingml/2006/main">
              <a:ext uri="{FF2B5EF4-FFF2-40B4-BE49-F238E27FC236}">
                <a16:creationId xmlns:a16="http://schemas.microsoft.com/office/drawing/2014/main" id="{3E5E5647-D4AD-4B27-92F0-BA651420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563880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46A70"/>
            </a:solidFill>
            <a:prstDash val="solid"/>
          </a:ln>
        </p:spPr>
      </p:sp>
      <p:sp>
        <p:nvSpPr>
          <p:cNvPr id="122" name="react-phone-card-1">
            <a:extLst xmlns:a="http://schemas.openxmlformats.org/drawingml/2006/main">
              <a:ext uri="{FF2B5EF4-FFF2-40B4-BE49-F238E27FC236}">
                <a16:creationId xmlns:a16="http://schemas.microsoft.com/office/drawing/2014/main" id="{E7AD8435-DE0B-4C8E-87ED-E1D58F03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5791200"/>
            <a:ext cx="2762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4DD"/>
          </a:solidFill>
          <a:ln xmlns:a="http://schemas.openxmlformats.org/drawingml/2006/main" w="7620">
            <a:solidFill>
              <a:srgbClr val="C8C1B5"/>
            </a:solidFill>
            <a:prstDash val="solid"/>
          </a:ln>
        </p:spPr>
      </p:sp>
      <p:sp>
        <p:nvSpPr>
          <p:cNvPr id="123" name="react-phone-card-2">
            <a:extLst xmlns:a="http://schemas.openxmlformats.org/drawingml/2006/main">
              <a:ext uri="{FF2B5EF4-FFF2-40B4-BE49-F238E27FC236}">
                <a16:creationId xmlns:a16="http://schemas.microsoft.com/office/drawing/2014/main" id="{21A262C0-91F4-4CED-AAF2-72891775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9800"/>
            <a:ext cx="2762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BC"/>
          </a:solidFill>
          <a:ln xmlns:a="http://schemas.openxmlformats.org/drawingml/2006/main" w="7620">
            <a:solidFill>
              <a:srgbClr val="C8C1B5"/>
            </a:solidFill>
            <a:prstDash val="solid"/>
          </a:ln>
        </p:spPr>
      </p:sp>
      <p:sp>
        <p:nvSpPr>
          <p:cNvPr id="124" name="react-phone-home">
            <a:extLst xmlns:a="http://schemas.openxmlformats.org/drawingml/2006/main">
              <a:ext uri="{FF2B5EF4-FFF2-40B4-BE49-F238E27FC236}">
                <a16:creationId xmlns:a16="http://schemas.microsoft.com/office/drawing/2014/main" id="{74715B24-62E4-4635-8943-C1F39FD1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33412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1B5"/>
            </a:solidFill>
            <a:prstDash val="solid"/>
          </a:ln>
        </p:spPr>
      </p:sp>
      <p:sp>
        <p:nvSpPr>
          <p:cNvPr id="125" name="react-service-box-1">
            <a:extLst xmlns:a="http://schemas.openxmlformats.org/drawingml/2006/main">
              <a:ext uri="{FF2B5EF4-FFF2-40B4-BE49-F238E27FC236}">
                <a16:creationId xmlns:a16="http://schemas.microsoft.com/office/drawing/2014/main" id="{635FA94E-72AE-4C71-BDE2-1F2BB86E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105650"/>
            <a:ext cx="400050" cy="447675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11430">
            <a:solidFill>
              <a:srgbClr val="C8C1B5"/>
            </a:solidFill>
            <a:prstDash val="solid"/>
          </a:ln>
        </p:spPr>
      </p:sp>
      <p:sp>
        <p:nvSpPr>
          <p:cNvPr id="126" name="react-service-box-2">
            <a:extLst xmlns:a="http://schemas.openxmlformats.org/drawingml/2006/main">
              <a:ext uri="{FF2B5EF4-FFF2-40B4-BE49-F238E27FC236}">
                <a16:creationId xmlns:a16="http://schemas.microsoft.com/office/drawing/2014/main" id="{6D0902E4-134B-41FD-9843-326BA5A0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7105650"/>
            <a:ext cx="400050" cy="447675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11430">
            <a:solidFill>
              <a:srgbClr val="C8C1B5"/>
            </a:solidFill>
            <a:prstDash val="solid"/>
          </a:ln>
        </p:spPr>
      </p:sp>
      <p:sp>
        <p:nvSpPr>
          <p:cNvPr id="127" name="react-service-box-3">
            <a:extLst xmlns:a="http://schemas.openxmlformats.org/drawingml/2006/main">
              <a:ext uri="{FF2B5EF4-FFF2-40B4-BE49-F238E27FC236}">
                <a16:creationId xmlns:a16="http://schemas.microsoft.com/office/drawing/2014/main" id="{B075FCE7-93EE-4BFA-BF7F-8B284106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7105650"/>
            <a:ext cx="400050" cy="447675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11430">
            <a:solidFill>
              <a:srgbClr val="C8C1B5"/>
            </a:solidFill>
            <a:prstDash val="solid"/>
          </a:ln>
        </p:spPr>
      </p:sp>
      <p:sp>
        <p:nvSpPr>
          <p:cNvPr id="128" name="react-service-box-4">
            <a:extLst xmlns:a="http://schemas.openxmlformats.org/drawingml/2006/main">
              <a:ext uri="{FF2B5EF4-FFF2-40B4-BE49-F238E27FC236}">
                <a16:creationId xmlns:a16="http://schemas.microsoft.com/office/drawing/2014/main" id="{2D2FF529-73B8-43F2-9D7A-1A06E8A7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7105650"/>
            <a:ext cx="400050" cy="447675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11430">
            <a:solidFill>
              <a:srgbClr val="C8C1B5"/>
            </a:solidFill>
            <a:prstDash val="solid"/>
          </a:ln>
        </p:spPr>
      </p:sp>
      <p:sp>
        <p:nvSpPr>
          <p:cNvPr id="129" name="react-cube">
            <a:extLst xmlns:a="http://schemas.openxmlformats.org/drawingml/2006/main">
              <a:ext uri="{FF2B5EF4-FFF2-40B4-BE49-F238E27FC236}">
                <a16:creationId xmlns:a16="http://schemas.microsoft.com/office/drawing/2014/main" id="{184E5287-B296-48B0-8389-7CF69295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191375"/>
            <a:ext cx="238125" cy="257175"/>
          </a:xfrm>
          <a:prstGeom xmlns:a="http://schemas.openxmlformats.org/drawingml/2006/main" prst="cub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6A70"/>
            </a:solidFill>
            <a:prstDash val="solid"/>
          </a:ln>
        </p:spPr>
      </p:sp>
      <p:sp>
        <p:nvSpPr>
          <p:cNvPr id="130" name="react-db">
            <a:extLst xmlns:a="http://schemas.openxmlformats.org/drawingml/2006/main">
              <a:ext uri="{FF2B5EF4-FFF2-40B4-BE49-F238E27FC236}">
                <a16:creationId xmlns:a16="http://schemas.microsoft.com/office/drawing/2014/main" id="{8C377CD2-2EFB-42DD-9891-20EF7615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7191375"/>
            <a:ext cx="266700" cy="276225"/>
          </a:xfrm>
          <a:prstGeom xmlns:a="http://schemas.openxmlformats.org/drawingml/2006/main" prst="can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6A70"/>
            </a:solidFill>
            <a:prstDash val="solid"/>
          </a:ln>
        </p:spPr>
      </p:sp>
      <p:sp>
        <p:nvSpPr>
          <p:cNvPr id="131" name="react-gear">
            <a:extLst xmlns:a="http://schemas.openxmlformats.org/drawingml/2006/main">
              <a:ext uri="{FF2B5EF4-FFF2-40B4-BE49-F238E27FC236}">
                <a16:creationId xmlns:a16="http://schemas.microsoft.com/office/drawing/2014/main" id="{032DE683-4D12-4EA2-B8BB-E089D638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7172325"/>
            <a:ext cx="295275" cy="295275"/>
          </a:xfrm>
          <a:prstGeom xmlns:a="http://schemas.openxmlformats.org/drawingml/2006/main" prst="gear6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6A70"/>
            </a:solidFill>
            <a:prstDash val="solid"/>
          </a:ln>
        </p:spPr>
      </p:sp>
      <p:sp>
        <p:nvSpPr>
          <p:cNvPr id="132" name="react-cloud">
            <a:extLst xmlns:a="http://schemas.openxmlformats.org/drawingml/2006/main">
              <a:ext uri="{FF2B5EF4-FFF2-40B4-BE49-F238E27FC236}">
                <a16:creationId xmlns:a16="http://schemas.microsoft.com/office/drawing/2014/main" id="{196CE3CA-5313-4B04-9A17-FA80BD0B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7219950"/>
            <a:ext cx="285750" cy="228600"/>
          </a:xfrm>
          <a:prstGeom xmlns:a="http://schemas.openxmlformats.org/drawingml/2006/main" prst="cloud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46A70"/>
            </a:solidFill>
            <a:prstDash val="solid"/>
          </a:ln>
        </p:spPr>
      </p:sp>
      <p:sp>
        <p:nvSpPr>
          <p:cNvPr id="133" name="ops-group">
            <a:extLst xmlns:a="http://schemas.openxmlformats.org/drawingml/2006/main">
              <a:ext uri="{FF2B5EF4-FFF2-40B4-BE49-F238E27FC236}">
                <a16:creationId xmlns:a16="http://schemas.microsoft.com/office/drawing/2014/main" id="{AE65A825-7BAC-4E51-8BCA-81540555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4295775"/>
            <a:ext cx="2171700" cy="2476500"/>
          </a:xfrm>
          <a:prstGeom xmlns:a="http://schemas.openxmlformats.org/drawingml/2006/main" prst="roundRect">
            <a:avLst>
              <a:gd name="adj" fmla="val 789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C8C1B5"/>
            </a:solidFill>
            <a:prstDash val="dash"/>
          </a:ln>
        </p:spPr>
      </p:sp>
      <p:sp>
        <p:nvSpPr>
          <p:cNvPr id="134" name="ops-row-1">
            <a:extLst xmlns:a="http://schemas.openxmlformats.org/drawingml/2006/main">
              <a:ext uri="{FF2B5EF4-FFF2-40B4-BE49-F238E27FC236}">
                <a16:creationId xmlns:a16="http://schemas.microsoft.com/office/drawing/2014/main" id="{8E5CC7C9-1E72-427E-A709-CE7B2FD4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467225"/>
            <a:ext cx="1905000" cy="657225"/>
          </a:xfrm>
          <a:prstGeom xmlns:a="http://schemas.openxmlformats.org/drawingml/2006/main" prst="roundRect">
            <a:avLst>
              <a:gd name="adj" fmla="val 18841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10478">
            <a:solidFill>
              <a:srgbClr val="C8C1B5"/>
            </a:solidFill>
            <a:prstDash val="solid"/>
          </a:ln>
        </p:spPr>
      </p:sp>
      <p:sp>
        <p:nvSpPr>
          <p:cNvPr id="135" name="ops-row-2">
            <a:extLst xmlns:a="http://schemas.openxmlformats.org/drawingml/2006/main">
              <a:ext uri="{FF2B5EF4-FFF2-40B4-BE49-F238E27FC236}">
                <a16:creationId xmlns:a16="http://schemas.microsoft.com/office/drawing/2014/main" id="{7378DF44-005A-4F65-911C-E6BC6556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210175"/>
            <a:ext cx="1905000" cy="657225"/>
          </a:xfrm>
          <a:prstGeom xmlns:a="http://schemas.openxmlformats.org/drawingml/2006/main" prst="roundRect">
            <a:avLst>
              <a:gd name="adj" fmla="val 18841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10478">
            <a:solidFill>
              <a:srgbClr val="C8C1B5"/>
            </a:solidFill>
            <a:prstDash val="solid"/>
          </a:ln>
        </p:spPr>
      </p:sp>
      <p:sp>
        <p:nvSpPr>
          <p:cNvPr id="136" name="ops-row-3">
            <a:extLst xmlns:a="http://schemas.openxmlformats.org/drawingml/2006/main">
              <a:ext uri="{FF2B5EF4-FFF2-40B4-BE49-F238E27FC236}">
                <a16:creationId xmlns:a16="http://schemas.microsoft.com/office/drawing/2014/main" id="{2F52F2DF-96E0-4E53-AFAB-F18BD560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953125"/>
            <a:ext cx="1905000" cy="657225"/>
          </a:xfrm>
          <a:prstGeom xmlns:a="http://schemas.openxmlformats.org/drawingml/2006/main" prst="roundRect">
            <a:avLst>
              <a:gd name="adj" fmla="val 18841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10478">
            <a:solidFill>
              <a:srgbClr val="C8C1B5"/>
            </a:solidFill>
            <a:prstDash val="solid"/>
          </a:ln>
        </p:spPr>
      </p:sp>
      <p:sp>
        <p:nvSpPr>
          <p:cNvPr id="137" name="ops-chart-axis-x">
            <a:extLst xmlns:a="http://schemas.openxmlformats.org/drawingml/2006/main">
              <a:ext uri="{FF2B5EF4-FFF2-40B4-BE49-F238E27FC236}">
                <a16:creationId xmlns:a16="http://schemas.microsoft.com/office/drawing/2014/main" id="{87D18ABA-4B10-4F31-A50C-FFA084F2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49530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05233"/>
            </a:solidFill>
            <a:prstDash val="solid"/>
          </a:ln>
        </p:spPr>
      </p:sp>
      <p:sp>
        <p:nvSpPr>
          <p:cNvPr id="138" name="ops-chart-axis-y">
            <a:extLst xmlns:a="http://schemas.openxmlformats.org/drawingml/2006/main">
              <a:ext uri="{FF2B5EF4-FFF2-40B4-BE49-F238E27FC236}">
                <a16:creationId xmlns:a16="http://schemas.microsoft.com/office/drawing/2014/main" id="{45A51CD0-FB5B-436B-904E-36ADBB06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4600575"/>
            <a:ext cx="9525" cy="352425"/>
          </a:xfrm>
          <a:custGeom xmlns:a="http://schemas.openxmlformats.org/drawingml/2006/main">
            <a:pathLst>
              <a:path w="9525" h="352425">
                <a:moveTo>
                  <a:pt x="0" y="3524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05233"/>
            </a:solidFill>
            <a:prstDash val="solid"/>
          </a:ln>
        </p:spPr>
      </p:sp>
      <p:sp>
        <p:nvSpPr>
          <p:cNvPr id="139" name="ops-chart-bar-1">
            <a:extLst xmlns:a="http://schemas.openxmlformats.org/drawingml/2006/main">
              <a:ext uri="{FF2B5EF4-FFF2-40B4-BE49-F238E27FC236}">
                <a16:creationId xmlns:a16="http://schemas.microsoft.com/office/drawing/2014/main" id="{7F879692-8539-4392-ACA5-60092683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838700"/>
            <a:ext cx="666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05233"/>
            </a:solidFill>
            <a:prstDash val="solid"/>
          </a:ln>
        </p:spPr>
      </p:sp>
      <p:sp>
        <p:nvSpPr>
          <p:cNvPr id="140" name="ops-chart-bar-2">
            <a:extLst xmlns:a="http://schemas.openxmlformats.org/drawingml/2006/main">
              <a:ext uri="{FF2B5EF4-FFF2-40B4-BE49-F238E27FC236}">
                <a16:creationId xmlns:a16="http://schemas.microsoft.com/office/drawing/2014/main" id="{D74A743C-F038-4323-9E33-AF156B92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5525" y="4733925"/>
            <a:ext cx="66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05233"/>
            </a:solidFill>
            <a:prstDash val="solid"/>
          </a:ln>
        </p:spPr>
      </p:sp>
      <p:sp>
        <p:nvSpPr>
          <p:cNvPr id="141" name="ops-chart-bar-3">
            <a:extLst xmlns:a="http://schemas.openxmlformats.org/drawingml/2006/main">
              <a:ext uri="{FF2B5EF4-FFF2-40B4-BE49-F238E27FC236}">
                <a16:creationId xmlns:a16="http://schemas.microsoft.com/office/drawing/2014/main" id="{1E2BD6CE-5A29-49CE-9013-AE2A655E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4600575"/>
            <a:ext cx="666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05233"/>
            </a:solidFill>
            <a:prstDash val="solid"/>
          </a:ln>
        </p:spPr>
      </p:sp>
      <p:sp>
        <p:nvSpPr>
          <p:cNvPr id="142" name="ops-route-start">
            <a:extLst xmlns:a="http://schemas.openxmlformats.org/drawingml/2006/main">
              <a:ext uri="{FF2B5EF4-FFF2-40B4-BE49-F238E27FC236}">
                <a16:creationId xmlns:a16="http://schemas.microsoft.com/office/drawing/2014/main" id="{570C60D9-0083-486F-8B82-90827A42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5619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11430">
            <a:solidFill>
              <a:srgbClr val="F05233"/>
            </a:solidFill>
            <a:prstDash val="solid"/>
          </a:ln>
        </p:spPr>
      </p:sp>
      <p:sp>
        <p:nvSpPr>
          <p:cNvPr id="143" name="ops-route-end">
            <a:extLst xmlns:a="http://schemas.openxmlformats.org/drawingml/2006/main">
              <a:ext uri="{FF2B5EF4-FFF2-40B4-BE49-F238E27FC236}">
                <a16:creationId xmlns:a16="http://schemas.microsoft.com/office/drawing/2014/main" id="{F3DC3DDC-3FFC-4209-BDCB-7441250E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5400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11430">
            <a:solidFill>
              <a:srgbClr val="F05233"/>
            </a:solidFill>
            <a:prstDash val="solid"/>
          </a:ln>
        </p:spPr>
      </p:sp>
      <p:sp>
        <p:nvSpPr>
          <p:cNvPr id="144" name="ops-route-path">
            <a:extLst xmlns:a="http://schemas.openxmlformats.org/drawingml/2006/main">
              <a:ext uri="{FF2B5EF4-FFF2-40B4-BE49-F238E27FC236}">
                <a16:creationId xmlns:a16="http://schemas.microsoft.com/office/drawing/2014/main" id="{2EFD68DD-48FC-4C17-8FA5-CBE424CC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5476875"/>
            <a:ext cx="247650" cy="209550"/>
          </a:xfrm>
          <a:custGeom xmlns:a="http://schemas.openxmlformats.org/drawingml/2006/main">
            <a:pathLst>
              <a:path w="247650" h="209550">
                <a:moveTo>
                  <a:pt x="0" y="171450"/>
                </a:moveTo>
                <a:lnTo>
                  <a:pt x="57150" y="47625"/>
                </a:lnTo>
                <a:lnTo>
                  <a:pt x="133350" y="209550"/>
                </a:lnTo>
                <a:lnTo>
                  <a:pt x="200025" y="66675"/>
                </a:ln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F05233"/>
            </a:solidFill>
            <a:prstDash val="dash"/>
          </a:ln>
        </p:spPr>
      </p:sp>
      <p:sp>
        <p:nvSpPr>
          <p:cNvPr id="145" name="ops-list-paper">
            <a:extLst xmlns:a="http://schemas.openxmlformats.org/drawingml/2006/main">
              <a:ext uri="{FF2B5EF4-FFF2-40B4-BE49-F238E27FC236}">
                <a16:creationId xmlns:a16="http://schemas.microsoft.com/office/drawing/2014/main" id="{FB47B68C-FC40-4242-A2DA-89F7F3BF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6076950"/>
            <a:ext cx="323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05233"/>
            </a:solidFill>
            <a:prstDash val="solid"/>
          </a:ln>
        </p:spPr>
      </p:sp>
      <p:sp>
        <p:nvSpPr>
          <p:cNvPr id="146" name="ops-list-check-1">
            <a:extLst xmlns:a="http://schemas.openxmlformats.org/drawingml/2006/main">
              <a:ext uri="{FF2B5EF4-FFF2-40B4-BE49-F238E27FC236}">
                <a16:creationId xmlns:a16="http://schemas.microsoft.com/office/drawing/2014/main" id="{5488AECB-8056-49CE-8E13-D7D4A3E5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610552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F05233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F0523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7" name="ops-list-line-1">
            <a:extLst xmlns:a="http://schemas.openxmlformats.org/drawingml/2006/main">
              <a:ext uri="{FF2B5EF4-FFF2-40B4-BE49-F238E27FC236}">
                <a16:creationId xmlns:a16="http://schemas.microsoft.com/office/drawing/2014/main" id="{FC9434E2-9F97-4D5B-9522-F2C11212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61817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5233"/>
            </a:solidFill>
            <a:prstDash val="solid"/>
          </a:ln>
        </p:spPr>
      </p:sp>
      <p:sp>
        <p:nvSpPr>
          <p:cNvPr id="148" name="ops-list-check-2">
            <a:extLst xmlns:a="http://schemas.openxmlformats.org/drawingml/2006/main">
              <a:ext uri="{FF2B5EF4-FFF2-40B4-BE49-F238E27FC236}">
                <a16:creationId xmlns:a16="http://schemas.microsoft.com/office/drawing/2014/main" id="{30FF9DFC-34D6-42A5-8C4C-03BD8825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621982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F05233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F0523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9" name="ops-list-line-2">
            <a:extLst xmlns:a="http://schemas.openxmlformats.org/drawingml/2006/main">
              <a:ext uri="{FF2B5EF4-FFF2-40B4-BE49-F238E27FC236}">
                <a16:creationId xmlns:a16="http://schemas.microsoft.com/office/drawing/2014/main" id="{22940DB7-994B-4769-8969-DEC8FF21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62960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5233"/>
            </a:solidFill>
            <a:prstDash val="solid"/>
          </a:ln>
        </p:spPr>
      </p:sp>
      <p:sp>
        <p:nvSpPr>
          <p:cNvPr id="150" name="ops-list-check-3">
            <a:extLst xmlns:a="http://schemas.openxmlformats.org/drawingml/2006/main">
              <a:ext uri="{FF2B5EF4-FFF2-40B4-BE49-F238E27FC236}">
                <a16:creationId xmlns:a16="http://schemas.microsoft.com/office/drawing/2014/main" id="{15758F40-16B6-4D62-9B92-407B6C68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275" y="6334125"/>
            <a:ext cx="1143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10" b="0">
                <a:solidFill>
                  <a:srgbClr val="F05233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F0523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1" name="ops-list-line-3">
            <a:extLst xmlns:a="http://schemas.openxmlformats.org/drawingml/2006/main">
              <a:ext uri="{FF2B5EF4-FFF2-40B4-BE49-F238E27FC236}">
                <a16:creationId xmlns:a16="http://schemas.microsoft.com/office/drawing/2014/main" id="{CC838EFE-56DE-4CB1-8314-73595F98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6410325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5233"/>
            </a:solidFill>
            <a:prstDash val="solid"/>
          </a:ln>
        </p:spPr>
      </p:sp>
      <p:sp>
        <p:nvSpPr>
          <p:cNvPr id="152" name="ops-label-performance">
            <a:extLst xmlns:a="http://schemas.openxmlformats.org/drawingml/2006/main">
              <a:ext uri="{FF2B5EF4-FFF2-40B4-BE49-F238E27FC236}">
                <a16:creationId xmlns:a16="http://schemas.microsoft.com/office/drawing/2014/main" id="{1ECF3B4A-174E-4AAF-B13F-5646EC7A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461962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0">
                <a:solidFill>
                  <a:srgbClr val="2525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0">
                <a:solidFill>
                  <a:srgbClr val="252525"/>
                </a:solidFill>
                <a:latin typeface="PingFang SC"/>
                <a:ea typeface="PingFang SC"/>
                <a:cs typeface="PingFang SC"/>
              </a:rPr>
              <a:t>性能日志</a:t>
            </a:r>
          </a:p>
        </p:txBody>
      </p:sp>
      <p:sp>
        <p:nvSpPr>
          <p:cNvPr id="153" name="ops-label-demo">
            <a:extLst xmlns:a="http://schemas.openxmlformats.org/drawingml/2006/main">
              <a:ext uri="{FF2B5EF4-FFF2-40B4-BE49-F238E27FC236}">
                <a16:creationId xmlns:a16="http://schemas.microsoft.com/office/drawing/2014/main" id="{4549826A-234E-4958-83D8-F9885637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536257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0">
                <a:solidFill>
                  <a:srgbClr val="2525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0">
                <a:solidFill>
                  <a:srgbClr val="252525"/>
                </a:solidFill>
                <a:latin typeface="PingFang SC"/>
                <a:ea typeface="PingFang SC"/>
                <a:cs typeface="PingFang SC"/>
              </a:rPr>
              <a:t>Demo 路径</a:t>
            </a:r>
          </a:p>
        </p:txBody>
      </p:sp>
      <p:sp>
        <p:nvSpPr>
          <p:cNvPr id="154" name="ops-label-flow">
            <a:extLst xmlns:a="http://schemas.openxmlformats.org/drawingml/2006/main">
              <a:ext uri="{FF2B5EF4-FFF2-40B4-BE49-F238E27FC236}">
                <a16:creationId xmlns:a16="http://schemas.microsoft.com/office/drawing/2014/main" id="{8574D538-847E-44A1-B287-9119061C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6105525"/>
            <a:ext cx="119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0">
                <a:solidFill>
                  <a:srgbClr val="2525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0">
                <a:solidFill>
                  <a:srgbClr val="252525"/>
                </a:solidFill>
                <a:latin typeface="PingFang SC"/>
                <a:ea typeface="PingFang SC"/>
                <a:cs typeface="PingFang SC"/>
              </a:rPr>
              <a:t>可演示主流程</a:t>
            </a:r>
          </a:p>
        </p:txBody>
      </p:sp>
      <p:sp>
        <p:nvSpPr>
          <p:cNvPr id="155" name="closing-bracket-v">
            <a:extLst xmlns:a="http://schemas.openxmlformats.org/drawingml/2006/main">
              <a:ext uri="{FF2B5EF4-FFF2-40B4-BE49-F238E27FC236}">
                <a16:creationId xmlns:a16="http://schemas.microsoft.com/office/drawing/2014/main" id="{44C9612F-2192-4389-94BE-E74E2971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105650"/>
            <a:ext cx="0" cy="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F05233"/>
            </a:solidFill>
            <a:prstDash val="solid"/>
          </a:ln>
        </p:spPr>
      </p:sp>
      <p:sp>
        <p:nvSpPr>
          <p:cNvPr id="156" name="closing-bracket-top">
            <a:extLst xmlns:a="http://schemas.openxmlformats.org/drawingml/2006/main">
              <a:ext uri="{FF2B5EF4-FFF2-40B4-BE49-F238E27FC236}">
                <a16:creationId xmlns:a16="http://schemas.microsoft.com/office/drawing/2014/main" id="{62DE8ECA-750B-44DC-855D-3E8747FA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710565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F05233"/>
            </a:solidFill>
            <a:prstDash val="solid"/>
          </a:ln>
        </p:spPr>
      </p:sp>
      <p:sp>
        <p:nvSpPr>
          <p:cNvPr id="157" name="closing-bracket-bottom">
            <a:extLst xmlns:a="http://schemas.openxmlformats.org/drawingml/2006/main">
              <a:ext uri="{FF2B5EF4-FFF2-40B4-BE49-F238E27FC236}">
                <a16:creationId xmlns:a16="http://schemas.microsoft.com/office/drawing/2014/main" id="{D443FD2D-066C-488F-B616-ACC8ABB7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83058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F05233"/>
            </a:solidFill>
            <a:prstDash val="solid"/>
          </a:ln>
        </p:spPr>
      </p:sp>
      <p:sp>
        <p:nvSpPr>
          <p:cNvPr id="158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525DD81B-ED2D-4B6C-A276-25861975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716280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98" b="1">
                <a:solidFill>
                  <a:srgbClr val="F05233"/>
                </a:solidFill>
                <a:latin typeface="PingFang SC"/>
                <a:ea typeface="PingFang SC"/>
                <a:cs typeface="PingFang SC"/>
              </a:defRPr>
            </a:pPr>
            <a:r>
              <a:rPr sz="2498" b="1">
                <a:solidFill>
                  <a:srgbClr val="F05233"/>
                </a:solidFill>
                <a:latin typeface="PingFang SC"/>
                <a:ea typeface="PingFang SC"/>
                <a:cs typeface="PingFang SC"/>
              </a:rPr>
              <a:t>从判断到可运行</a:t>
            </a:r>
          </a:p>
        </p:txBody>
      </p:sp>
      <p:sp>
        <p:nvSpPr>
          <p:cNvPr id="159" name="closing-body">
            <a:extLst xmlns:a="http://schemas.openxmlformats.org/drawingml/2006/main">
              <a:ext uri="{FF2B5EF4-FFF2-40B4-BE49-F238E27FC236}">
                <a16:creationId xmlns:a16="http://schemas.microsoft.com/office/drawing/2014/main" id="{0BA68BAA-E682-413A-BC8E-7FBDCFC5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77343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85" b="0">
                <a:solidFill>
                  <a:srgbClr val="282828"/>
                </a:solidFill>
                <a:latin typeface="PingFang SC"/>
                <a:ea typeface="PingFang SC"/>
                <a:cs typeface="PingFang SC"/>
              </a:defRPr>
            </a:pPr>
            <a:r>
              <a:rPr sz="1485" b="0">
                <a:solidFill>
                  <a:srgbClr val="282828"/>
                </a:solidFill>
                <a:latin typeface="PingFang SC"/>
                <a:ea typeface="PingFang SC"/>
                <a:cs typeface="PingFang SC"/>
              </a:rPr>
              <a:t>验证这条路线值得继续开发</a:t>
            </a:r>
          </a:p>
        </p:txBody>
      </p:sp>
    </p:spTree>
    <p:extLst>
      <p:ext uri="{BB962C8B-B14F-4D97-AF65-F5344CB8AC3E}">
        <p14:creationId xmlns:p14="http://schemas.microsoft.com/office/powerpoint/2010/main" val="10897168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2026-07-16T06:41:11.0500000Z</dcterms:created>
  <dcterms:modified xsi:type="dcterms:W3CDTF">2026-07-16T06:41:11.0500000Z</dcterms:modified>
</coreProperties>
</file>